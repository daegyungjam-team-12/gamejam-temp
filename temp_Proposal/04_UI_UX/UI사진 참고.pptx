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104" d="100"/>
          <a:sy n="104" d="100"/>
        </p:scale>
        <p:origin x="870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E35715C-8507-0D19-32B8-44E35A013E6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610D2E52-B25E-1BB0-639B-95BEA8911CF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7DE455D0-9CC7-30E8-19BB-43AF22803D7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73211F-16BE-491A-A824-D0571A710751}" type="datetimeFigureOut">
              <a:rPr lang="ko-KR" altLang="en-US" smtClean="0"/>
              <a:t>2026-07-21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64C24379-4268-9D91-D844-907F6DA980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0B42F68D-818B-916E-875A-818C67BF57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2784D3-9AAF-4CA3-9B15-9AD2326F659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2149788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4F13906-A5F8-2FA0-0DAE-82CD1D9E6E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688083C9-C8CA-6A2A-D7DC-08A9C8DB244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637B06BC-AF11-413C-EC32-7DF69CDF9F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73211F-16BE-491A-A824-D0571A710751}" type="datetimeFigureOut">
              <a:rPr lang="ko-KR" altLang="en-US" smtClean="0"/>
              <a:t>2026-07-21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E31C2C00-E522-8D06-8B70-3040F91CD5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82097D45-5BBD-60A5-DB29-FE78EAFBAC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2784D3-9AAF-4CA3-9B15-9AD2326F659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621052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6AFBD45-6BE8-5A88-EE22-5F1095784E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44470C39-5619-DCF2-A069-2C3E6E25BE6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D06C522A-500E-6D6E-3862-FB6D871A41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73211F-16BE-491A-A824-D0571A710751}" type="datetimeFigureOut">
              <a:rPr lang="ko-KR" altLang="en-US" smtClean="0"/>
              <a:t>2026-07-21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271DEB58-191A-1E4D-3396-D914DAA1F2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08DA675D-546B-927B-8014-1A8E65F95A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2784D3-9AAF-4CA3-9B15-9AD2326F659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0954942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2287473-D4BA-BA3A-656A-1EE4DE0073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B0BD2A81-854D-6428-DA19-A998F5F95DB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A810363B-5BCC-C050-B600-072CF2B770E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E12F0F1E-9D13-A77C-D5D3-04D5561E54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73211F-16BE-491A-A824-D0571A710751}" type="datetimeFigureOut">
              <a:rPr lang="ko-KR" altLang="en-US" smtClean="0"/>
              <a:t>2026-07-21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05E878A2-0585-DF33-FBA8-3285B8D704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62210295-77AE-9028-0F96-A0C6D416CF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2784D3-9AAF-4CA3-9B15-9AD2326F659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5368895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F9A06B9-C182-65CC-564C-637E0E68A0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CB45BAB7-5CB9-50F8-454B-DD134C6A542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FBBA65E0-E072-42AB-A96C-9BEA254D981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FC2ADB1B-13F4-D730-BF44-8A33507A54B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89D00D5F-01A7-E73D-F18C-74FB1D33193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98188076-38A2-764D-1A9A-C0B7731B69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73211F-16BE-491A-A824-D0571A710751}" type="datetimeFigureOut">
              <a:rPr lang="ko-KR" altLang="en-US" smtClean="0"/>
              <a:t>2026-07-21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7D6BF50F-0B23-D3B0-65BE-2C30CEDAAA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74560DE4-ABC2-C703-720A-67987A2B2C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2784D3-9AAF-4CA3-9B15-9AD2326F659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6847349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70FADA7-C102-47C8-F6E3-8B0640B6F6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44B559A9-5C9B-C516-BAD2-5033A184DA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73211F-16BE-491A-A824-D0571A710751}" type="datetimeFigureOut">
              <a:rPr lang="ko-KR" altLang="en-US" smtClean="0"/>
              <a:t>2026-07-21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FB26C145-7894-A30D-70BF-F49581FA66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614BD783-71D4-FFBF-B365-2F0832F64A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2784D3-9AAF-4CA3-9B15-9AD2326F659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2934845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DF41BC6A-6763-3D51-1B19-25CFFAE5AA6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73211F-16BE-491A-A824-D0571A710751}" type="datetimeFigureOut">
              <a:rPr lang="ko-KR" altLang="en-US" smtClean="0"/>
              <a:t>2026-07-21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89C1B7BA-42EA-01B8-76AF-F74F54D699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AA61A863-230B-B61E-3F1D-4711B7730B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2784D3-9AAF-4CA3-9B15-9AD2326F659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2784677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3C3498D-3B41-D514-154B-AC65EA15A77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AA2A72D1-FFED-D8AF-EA35-7DD9FAA87DD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2AC03156-6D07-FB2D-6AF2-75D5AF45182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A8EF52DF-BBF0-45B9-290F-56638B6B5C3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73211F-16BE-491A-A824-D0571A710751}" type="datetimeFigureOut">
              <a:rPr lang="ko-KR" altLang="en-US" smtClean="0"/>
              <a:t>2026-07-21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2A392FF8-AD56-C181-68A1-96B66AFD9D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15223052-7337-129D-A935-25C6AC6C43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2784D3-9AAF-4CA3-9B15-9AD2326F659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7257849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BB4AAA2-B709-3479-5DC1-248E7EC8D72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5598D896-0593-8448-31F9-1725FCAC12B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E0496394-D2F9-6061-CB26-5B52AA32E29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45F01B6F-EE68-913F-01B7-F1B2B0AE1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73211F-16BE-491A-A824-D0571A710751}" type="datetimeFigureOut">
              <a:rPr lang="ko-KR" altLang="en-US" smtClean="0"/>
              <a:t>2026-07-21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BC676AFF-3C29-10C7-0E1F-F108477006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27BFFF9C-84DF-5A52-723D-6863C5D21B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2784D3-9AAF-4CA3-9B15-9AD2326F659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5101192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DE7067B-BB24-F6A2-217C-5D5FFC6CAC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E93C4273-C026-89FD-EBF6-109813BBF36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AA8D7035-D66F-2CEE-4C98-49EA913942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73211F-16BE-491A-A824-D0571A710751}" type="datetimeFigureOut">
              <a:rPr lang="ko-KR" altLang="en-US" smtClean="0"/>
              <a:t>2026-07-21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814EFF63-ED73-C069-0902-1FFA2FACBF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5FC04DAD-4179-C09A-51F9-98B48E1BF7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2784D3-9AAF-4CA3-9B15-9AD2326F659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9176577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77BD3BF8-237B-5883-A0A9-BAAE7C68830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CE623349-E764-CB45-2A67-55BFFA0E545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C8A486EE-278D-D153-8FA5-D49687E9B3B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73211F-16BE-491A-A824-D0571A710751}" type="datetimeFigureOut">
              <a:rPr lang="ko-KR" altLang="en-US" smtClean="0"/>
              <a:t>2026-07-21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F591E914-1EB8-E62B-559A-1FF306DF82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6777B165-FDCF-058E-209D-A8CD15565B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2784D3-9AAF-4CA3-9B15-9AD2326F659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22515316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9BDD2A05-3E24-1939-4342-28758380447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461CC582-68E3-2C42-6327-FBE444CC6D8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6E62C607-2B9A-10BA-1D7B-BDAFD85C369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373211F-16BE-491A-A824-D0571A710751}" type="datetimeFigureOut">
              <a:rPr lang="ko-KR" altLang="en-US" smtClean="0"/>
              <a:t>2026-07-21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8AE35D0B-2459-69A5-334D-F6A16B0C758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0B53CB56-36BA-81A0-1212-17E4C7EA2BD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62784D3-9AAF-4CA3-9B15-9AD2326F659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1660695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그림 4">
            <a:extLst>
              <a:ext uri="{FF2B5EF4-FFF2-40B4-BE49-F238E27FC236}">
                <a16:creationId xmlns:a16="http://schemas.microsoft.com/office/drawing/2014/main" id="{212FF5DB-C3C0-DCE3-E68F-F4247609D53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11275" y="3183383"/>
            <a:ext cx="6969450" cy="1947492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9CE789CA-66B5-DC9A-0457-D1EF3715B12A}"/>
              </a:ext>
            </a:extLst>
          </p:cNvPr>
          <p:cNvSpPr txBox="1"/>
          <p:nvPr/>
        </p:nvSpPr>
        <p:spPr>
          <a:xfrm>
            <a:off x="3639127" y="2142836"/>
            <a:ext cx="3435927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4000" dirty="0">
                <a:latin typeface="한컴 말랑말랑 Bold" panose="020F0803000000000000" pitchFamily="34" charset="-127"/>
                <a:ea typeface="한컴 말랑말랑 Bold" panose="020F0803000000000000" pitchFamily="34" charset="-127"/>
              </a:rPr>
              <a:t>UI</a:t>
            </a:r>
            <a:r>
              <a:rPr lang="ko-KR" altLang="en-US" sz="4000" dirty="0">
                <a:latin typeface="한컴 말랑말랑 Bold" panose="020F0803000000000000" pitchFamily="34" charset="-127"/>
                <a:ea typeface="한컴 말랑말랑 Bold" panose="020F0803000000000000" pitchFamily="34" charset="-127"/>
              </a:rPr>
              <a:t>예시</a:t>
            </a:r>
          </a:p>
        </p:txBody>
      </p:sp>
    </p:spTree>
    <p:extLst>
      <p:ext uri="{BB962C8B-B14F-4D97-AF65-F5344CB8AC3E}">
        <p14:creationId xmlns:p14="http://schemas.microsoft.com/office/powerpoint/2010/main" val="421251803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2</Words>
  <Application>Microsoft Office PowerPoint</Application>
  <PresentationFormat>와이드스크린</PresentationFormat>
  <Paragraphs>1</Paragraphs>
  <Slides>1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3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</vt:i4>
      </vt:variant>
    </vt:vector>
  </HeadingPairs>
  <TitlesOfParts>
    <vt:vector size="5" baseType="lpstr">
      <vt:lpstr>맑은 고딕</vt:lpstr>
      <vt:lpstr>한컴 말랑말랑 Bold</vt:lpstr>
      <vt:lpstr>Arial</vt:lpstr>
      <vt:lpstr>Office 테마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이 은총</dc:creator>
  <cp:lastModifiedBy>이 은총</cp:lastModifiedBy>
  <cp:revision>1</cp:revision>
  <dcterms:created xsi:type="dcterms:W3CDTF">2026-07-20T20:21:40Z</dcterms:created>
  <dcterms:modified xsi:type="dcterms:W3CDTF">2026-07-20T20:23:00Z</dcterms:modified>
</cp:coreProperties>
</file>