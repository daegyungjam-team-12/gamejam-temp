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5715C-8507-0D19-32B8-44E35A013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0D2E52-B25E-1BB0-639B-95BEA8911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455D0-9CC7-30E8-19BB-43AF2280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C24379-4268-9D91-D844-907F6DA9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42F68D-818B-916E-875A-818C67BF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49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13906-A5F8-2FA0-0DAE-82CD1D9E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083C9-C8CA-6A2A-D7DC-08A9C8DB2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7B06BC-AF11-413C-EC32-7DF69CDF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C2C00-E522-8D06-8B70-3040F91C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097D45-5BBD-60A5-DB29-FE78EAFB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10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FBD45-6BE8-5A88-EE22-5F1095784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470C39-5619-DCF2-A069-2C3E6E25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6C522A-500E-6D6E-3862-FB6D871A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1DEB58-191A-1E4D-3396-D914DAA1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DA675D-546B-927B-8014-1A8E65F9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54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87473-D4BA-BA3A-656A-1EE4DE007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D2A81-854D-6428-DA19-A998F5F95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10363B-5BCC-C050-B600-072CF2B77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2F0F1E-9D13-A77C-D5D3-04D5561E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E878A2-0585-DF33-FBA8-3285B8D7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210295-77AE-9028-0F96-A0C6D416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68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A06B9-C182-65CC-564C-637E0E68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45BAB7-5CB9-50F8-454B-DD134C6A5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BA65E0-E072-42AB-A96C-9BEA254D9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2ADB1B-13F4-D730-BF44-8A33507A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D00D5F-01A7-E73D-F18C-74FB1D331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188076-38A2-764D-1A9A-C0B7731B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6BF50F-0B23-D3B0-65BE-2C30CEDA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560DE4-ABC2-C703-720A-67987A2B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47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FADA7-C102-47C8-F6E3-8B0640B6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B559A9-5C9B-C516-BAD2-5033A184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26C145-7894-A30D-70BF-F49581FA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4BD783-71D4-FFBF-B365-2F0832F6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48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1BC6A-6763-3D51-1B19-25CFFAE5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9C1B7BA-42EA-01B8-76AF-F74F54D6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61A863-230B-B61E-3F1D-4711B773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4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3498D-3B41-D514-154B-AC65EA15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A72D1-FFED-D8AF-EA35-7DD9FAA8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C03156-6D07-FB2D-6AF2-75D5AF451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EF52DF-BBF0-45B9-290F-56638B6B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392FF8-AD56-C181-68A1-96B66AFD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23052-7337-129D-A935-25C6AC6C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57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4AAA2-B709-3479-5DC1-248E7EC8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98D896-0593-8448-31F9-1725FCAC1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496394-D2F9-6061-CB26-5B52AA32E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01B6F-EE68-913F-01B7-F1B2B0AE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676AFF-3C29-10C7-0E1F-F1084770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BFFF9C-84DF-5A52-723D-6863C5D2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1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7067B-BB24-F6A2-217C-5D5FFC6C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3C4273-C026-89FD-EBF6-109813BBF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8D7035-D66F-2CEE-4C98-49EA9139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EFF63-ED73-C069-0902-1FFA2FAC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C04DAD-4179-C09A-51F9-98B48E1B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76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BD3BF8-237B-5883-A0A9-BAAE7C688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623349-E764-CB45-2A67-55BFFA0E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486EE-278D-D153-8FA5-D49687E9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1E914-1EB8-E62B-559A-1FF306DF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77B165-FDCF-058E-209D-A8CD1556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15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DD2A05-3E24-1939-4342-28758380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1CC582-68E3-2C42-6327-FBE444CC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62C607-2B9A-10BA-1D7B-BDAFD85C3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3211F-16BE-491A-A824-D0571A710751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E35D0B-2459-69A5-334D-F6A16B0C7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53CB56-36BA-81A0-1212-17E4C7EA2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784D3-9AAF-4CA3-9B15-9AD2326F6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60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E789CA-66B5-DC9A-0457-D1EF3715B12A}"/>
              </a:ext>
            </a:extLst>
          </p:cNvPr>
          <p:cNvSpPr txBox="1"/>
          <p:nvPr/>
        </p:nvSpPr>
        <p:spPr>
          <a:xfrm>
            <a:off x="258617" y="277091"/>
            <a:ext cx="4064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한컴 말랑말랑 Bold" panose="020F0803000000000000" pitchFamily="34" charset="-127"/>
                <a:ea typeface="한컴 말랑말랑 Bold" panose="020F0803000000000000" pitchFamily="34" charset="-127"/>
              </a:rPr>
              <a:t>전체적인 </a:t>
            </a:r>
            <a:r>
              <a:rPr lang="ko-KR" altLang="en-US" sz="4000" dirty="0" err="1">
                <a:latin typeface="한컴 말랑말랑 Bold" panose="020F0803000000000000" pitchFamily="34" charset="-127"/>
                <a:ea typeface="한컴 말랑말랑 Bold" panose="020F0803000000000000" pitchFamily="34" charset="-127"/>
              </a:rPr>
              <a:t>그림체</a:t>
            </a:r>
            <a:endParaRPr lang="ko-KR" altLang="en-US" sz="4000" dirty="0">
              <a:latin typeface="한컴 말랑말랑 Bold" panose="020F0803000000000000" pitchFamily="34" charset="-127"/>
              <a:ea typeface="한컴 말랑말랑 Bold" panose="020F0803000000000000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41354CD-BF60-297F-F5B9-C3687AA4D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7" y="1876277"/>
            <a:ext cx="5598158" cy="31054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8302DC-C78D-4CC9-B450-C5D67EA0FF78}"/>
              </a:ext>
            </a:extLst>
          </p:cNvPr>
          <p:cNvSpPr txBox="1"/>
          <p:nvPr/>
        </p:nvSpPr>
        <p:spPr>
          <a:xfrm>
            <a:off x="258617" y="1061295"/>
            <a:ext cx="529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레퍼런스한</a:t>
            </a:r>
            <a:r>
              <a:rPr lang="ko-KR" altLang="en-US" dirty="0"/>
              <a:t> 게임</a:t>
            </a:r>
            <a:r>
              <a:rPr lang="en-US" altLang="ko-KR" dirty="0"/>
              <a:t>: </a:t>
            </a:r>
            <a:r>
              <a:rPr lang="ko-KR" altLang="ko-KR" dirty="0"/>
              <a:t>Super </a:t>
            </a:r>
            <a:r>
              <a:rPr lang="ko-KR" altLang="ko-KR" dirty="0" err="1"/>
              <a:t>Animal</a:t>
            </a:r>
            <a:r>
              <a:rPr lang="ko-KR" altLang="ko-KR" dirty="0"/>
              <a:t> </a:t>
            </a:r>
            <a:r>
              <a:rPr lang="ko-KR" altLang="ko-KR" dirty="0" err="1"/>
              <a:t>Royale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DFD9A8-7DBB-5114-4349-8437E219C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097" y="1876277"/>
            <a:ext cx="5811286" cy="321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1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한컴 말랑말랑 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은총</dc:creator>
  <cp:lastModifiedBy>이 은총</cp:lastModifiedBy>
  <cp:revision>2</cp:revision>
  <dcterms:created xsi:type="dcterms:W3CDTF">2026-07-20T20:21:40Z</dcterms:created>
  <dcterms:modified xsi:type="dcterms:W3CDTF">2026-07-20T20:29:09Z</dcterms:modified>
</cp:coreProperties>
</file>