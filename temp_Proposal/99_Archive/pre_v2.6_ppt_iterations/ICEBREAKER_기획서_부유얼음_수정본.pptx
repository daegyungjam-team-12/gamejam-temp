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749b96ffd34d66" /><Relationship Type="http://schemas.openxmlformats.org/officeDocument/2006/relationships/extended-properties" Target="/docProps/app.xml" Id="R7acd4e9a816f45ca" /><Relationship Type="http://schemas.openxmlformats.org/officeDocument/2006/relationships/officeDocument" Target="/ppt/presentation.xml" Id="R4243a34b32614b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e707d5ed7c4024"/>
  </p:sldMasterIdLst>
  <p:notesMasterIdLst>
    <p:notesMasterId xmlns:r="http://schemas.openxmlformats.org/officeDocument/2006/relationships" r:id="Rc73935c9cdfa4823"/>
  </p:notesMasterIdLst>
  <p:sldIdLst>
    <p:sldId xmlns:r="http://schemas.openxmlformats.org/officeDocument/2006/relationships" id="256" r:id="R994aba3556344d77"/>
    <p:sldId xmlns:r="http://schemas.openxmlformats.org/officeDocument/2006/relationships" id="257" r:id="R1b4080872e7d42b8"/>
    <p:sldId xmlns:r="http://schemas.openxmlformats.org/officeDocument/2006/relationships" id="258" r:id="R73e7d332f79b4c57"/>
    <p:sldId xmlns:r="http://schemas.openxmlformats.org/officeDocument/2006/relationships" id="259" r:id="R2774b5edf1d84a67"/>
    <p:sldId xmlns:r="http://schemas.openxmlformats.org/officeDocument/2006/relationships" id="260" r:id="R1b27d4028ff7483d"/>
    <p:sldId xmlns:r="http://schemas.openxmlformats.org/officeDocument/2006/relationships" id="261" r:id="Refc554c465b346e7"/>
    <p:sldId xmlns:r="http://schemas.openxmlformats.org/officeDocument/2006/relationships" id="262" r:id="R3b2f9d867f604401"/>
    <p:sldId xmlns:r="http://schemas.openxmlformats.org/officeDocument/2006/relationships" id="263" r:id="R5a560315f605473a"/>
    <p:sldId xmlns:r="http://schemas.openxmlformats.org/officeDocument/2006/relationships" id="264" r:id="R801766f45e8e489e"/>
    <p:sldId xmlns:r="http://schemas.openxmlformats.org/officeDocument/2006/relationships" id="265" r:id="R97e9d3bc1d184073"/>
    <p:sldId xmlns:r="http://schemas.openxmlformats.org/officeDocument/2006/relationships" id="266" r:id="R6d698611cade41f2"/>
    <p:sldId xmlns:r="http://schemas.openxmlformats.org/officeDocument/2006/relationships" id="267" r:id="R2bd1437dc1864cdf"/>
    <p:sldId xmlns:r="http://schemas.openxmlformats.org/officeDocument/2006/relationships" id="268" r:id="R593318e9c643424d"/>
    <p:sldId xmlns:r="http://schemas.openxmlformats.org/officeDocument/2006/relationships" id="269" r:id="R25be613bc137461e"/>
    <p:sldId xmlns:r="http://schemas.openxmlformats.org/officeDocument/2006/relationships" id="270" r:id="Rc7e799bd18aa48f8"/>
    <p:sldId xmlns:r="http://schemas.openxmlformats.org/officeDocument/2006/relationships" id="271" r:id="R334bf64f4f0c4e12"/>
    <p:sldId xmlns:r="http://schemas.openxmlformats.org/officeDocument/2006/relationships" id="272" r:id="R4e63270d3e5140fa"/>
    <p:sldId xmlns:r="http://schemas.openxmlformats.org/officeDocument/2006/relationships" id="273" r:id="R4c6809b3278647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ec287c09044a1b" /><Relationship Type="http://schemas.openxmlformats.org/officeDocument/2006/relationships/slideMaster" Target="/ppt/slideMasters/slideMaster1.xml" Id="Rbee707d5ed7c4024" /><Relationship Type="http://schemas.openxmlformats.org/officeDocument/2006/relationships/notesMaster" Target="/ppt/notesMasters/notesMaster1.xml" Id="Rc73935c9cdfa4823" /><Relationship Type="http://schemas.openxmlformats.org/officeDocument/2006/relationships/presProps" Target="/ppt/presProps.xml" Id="Rede2052d5bc849ef" /><Relationship Type="http://schemas.openxmlformats.org/officeDocument/2006/relationships/tableStyles" Target="/ppt/tableStyles.xml" Id="R07e2c39d642546fc" /><Relationship Type="http://schemas.openxmlformats.org/officeDocument/2006/relationships/slide" Target="/ppt/slides/slide1.xml" Id="R994aba3556344d77" /><Relationship Type="http://schemas.openxmlformats.org/officeDocument/2006/relationships/slide" Target="/ppt/slides/slide2.xml" Id="R1b4080872e7d42b8" /><Relationship Type="http://schemas.openxmlformats.org/officeDocument/2006/relationships/slide" Target="/ppt/slides/slide3.xml" Id="R73e7d332f79b4c57" /><Relationship Type="http://schemas.openxmlformats.org/officeDocument/2006/relationships/slide" Target="/ppt/slides/slide4.xml" Id="R2774b5edf1d84a67" /><Relationship Type="http://schemas.openxmlformats.org/officeDocument/2006/relationships/slide" Target="/ppt/slides/slide5.xml" Id="R1b27d4028ff7483d" /><Relationship Type="http://schemas.openxmlformats.org/officeDocument/2006/relationships/slide" Target="/ppt/slides/slide6.xml" Id="Refc554c465b346e7" /><Relationship Type="http://schemas.openxmlformats.org/officeDocument/2006/relationships/slide" Target="/ppt/slides/slide7.xml" Id="R3b2f9d867f604401" /><Relationship Type="http://schemas.openxmlformats.org/officeDocument/2006/relationships/slide" Target="/ppt/slides/slide8.xml" Id="R5a560315f605473a" /><Relationship Type="http://schemas.openxmlformats.org/officeDocument/2006/relationships/slide" Target="/ppt/slides/slide9.xml" Id="R801766f45e8e489e" /><Relationship Type="http://schemas.openxmlformats.org/officeDocument/2006/relationships/slide" Target="/ppt/slides/slide10.xml" Id="R97e9d3bc1d184073" /><Relationship Type="http://schemas.openxmlformats.org/officeDocument/2006/relationships/slide" Target="/ppt/slides/slide11.xml" Id="R6d698611cade41f2" /><Relationship Type="http://schemas.openxmlformats.org/officeDocument/2006/relationships/slide" Target="/ppt/slides/slide12.xml" Id="R2bd1437dc1864cdf" /><Relationship Type="http://schemas.openxmlformats.org/officeDocument/2006/relationships/slide" Target="/ppt/slides/slide13.xml" Id="R593318e9c643424d" /><Relationship Type="http://schemas.openxmlformats.org/officeDocument/2006/relationships/slide" Target="/ppt/slides/slide14.xml" Id="R25be613bc137461e" /><Relationship Type="http://schemas.openxmlformats.org/officeDocument/2006/relationships/slide" Target="/ppt/slides/slide15.xml" Id="Rc7e799bd18aa48f8" /><Relationship Type="http://schemas.openxmlformats.org/officeDocument/2006/relationships/slide" Target="/ppt/slides/slide16.xml" Id="R334bf64f4f0c4e12" /><Relationship Type="http://schemas.openxmlformats.org/officeDocument/2006/relationships/slide" Target="/ppt/slides/slide17.xml" Id="R4e63270d3e5140fa" /><Relationship Type="http://schemas.openxmlformats.org/officeDocument/2006/relationships/slide" Target="/ppt/slides/slide18.xml" Id="R4c6809b3278647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31542e3155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11be30f3934e3c" /><Relationship Type="http://schemas.openxmlformats.org/officeDocument/2006/relationships/notesMaster" Target="/ppt/notesMasters/notesMaster1.xml" Id="R11ebaf9f24a044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a8b2029b264781" /><Relationship Type="http://schemas.openxmlformats.org/officeDocument/2006/relationships/notesMaster" Target="/ppt/notesMasters/notesMaster1.xml" Id="Rc9c7eb76714244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5f06d767674842" /><Relationship Type="http://schemas.openxmlformats.org/officeDocument/2006/relationships/notesMaster" Target="/ppt/notesMasters/notesMaster1.xml" Id="R3adc313214594f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827387f78a448f" /><Relationship Type="http://schemas.openxmlformats.org/officeDocument/2006/relationships/notesMaster" Target="/ppt/notesMasters/notesMaster1.xml" Id="R9a9727f1ea6c4d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f70f2d2d4b42b4" /><Relationship Type="http://schemas.openxmlformats.org/officeDocument/2006/relationships/notesMaster" Target="/ppt/notesMasters/notesMaster1.xml" Id="Rf35ebeaa20be43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33e5e60bba4e10" /><Relationship Type="http://schemas.openxmlformats.org/officeDocument/2006/relationships/notesMaster" Target="/ppt/notesMasters/notesMaster1.xml" Id="R9ebce1fc136847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5b502412dc45c1" /><Relationship Type="http://schemas.openxmlformats.org/officeDocument/2006/relationships/notesMaster" Target="/ppt/notesMasters/notesMaster1.xml" Id="R86150d36f52840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4939c809d14553" /><Relationship Type="http://schemas.openxmlformats.org/officeDocument/2006/relationships/notesMaster" Target="/ppt/notesMasters/notesMaster1.xml" Id="R6728156f668f42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c9aecb20f64bfd" /><Relationship Type="http://schemas.openxmlformats.org/officeDocument/2006/relationships/notesMaster" Target="/ppt/notesMasters/notesMaster1.xml" Id="R9554c498611544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5961dd6e474a60" /><Relationship Type="http://schemas.openxmlformats.org/officeDocument/2006/relationships/notesMaster" Target="/ppt/notesMasters/notesMaster1.xml" Id="R25d3cd19d02848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7ed4c83f454cfe" /><Relationship Type="http://schemas.openxmlformats.org/officeDocument/2006/relationships/notesMaster" Target="/ppt/notesMasters/notesMaster1.xml" Id="Rd528222d87954f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c4e36860004370" /><Relationship Type="http://schemas.openxmlformats.org/officeDocument/2006/relationships/notesMaster" Target="/ppt/notesMasters/notesMaster1.xml" Id="R6e156c630ad04c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bceaa2ae3f4210" /><Relationship Type="http://schemas.openxmlformats.org/officeDocument/2006/relationships/notesMaster" Target="/ppt/notesMasters/notesMaster1.xml" Id="R93ddf72d221a44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6efa8fdaba4b92" /><Relationship Type="http://schemas.openxmlformats.org/officeDocument/2006/relationships/notesMaster" Target="/ppt/notesMasters/notesMaster1.xml" Id="R83f20f5c01964b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ca88c206cc4f32" /><Relationship Type="http://schemas.openxmlformats.org/officeDocument/2006/relationships/notesMaster" Target="/ppt/notesMasters/notesMaster1.xml" Id="R64ab26e1795f43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9f4c163cfd4437" /><Relationship Type="http://schemas.openxmlformats.org/officeDocument/2006/relationships/notesMaster" Target="/ppt/notesMasters/notesMaster1.xml" Id="R81f05cb5285f49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a3077b425740c7" /><Relationship Type="http://schemas.openxmlformats.org/officeDocument/2006/relationships/notesMaster" Target="/ppt/notesMasters/notesMaster1.xml" Id="Rc54701cd050549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d8aa7eea1344ce" /><Relationship Type="http://schemas.openxmlformats.org/officeDocument/2006/relationships/notesMaster" Target="/ppt/notesMasters/notesMaster1.xml" Id="Rfd3c263b6f5b4b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cbacc4d334e7f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5464343b354004" /><Relationship Type="http://schemas.openxmlformats.org/officeDocument/2006/relationships/slideLayout" Target="/ppt/slideLayouts/slideLayout1.xml" Id="R9b8051916712400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88B4689-F459-40C6-8B25-9CBCA2F7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7208FB0-FE4A-4CE2-9424-5778BA723A8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80519167124003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03edfa857445b" /><Relationship Type="http://schemas.openxmlformats.org/officeDocument/2006/relationships/image" Target="/ppt/media/image.png" Id="Rfbb02e3c6ca544a0" /><Relationship Type="http://schemas.openxmlformats.org/officeDocument/2006/relationships/notesSlide" Target="/ppt/notesSlides/notesSlide1.xml" Id="R22b7749840c146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1a3c588d946e7" /><Relationship Type="http://schemas.openxmlformats.org/officeDocument/2006/relationships/notesSlide" Target="/ppt/notesSlides/notesSlide2.xml" Id="Ra5c2dfe0213749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7d1f6dccf43df" /><Relationship Type="http://schemas.openxmlformats.org/officeDocument/2006/relationships/notesSlide" Target="/ppt/notesSlides/notesSlide3.xml" Id="R17992a4cacf94f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4d6cfd4b44ba5" /><Relationship Type="http://schemas.openxmlformats.org/officeDocument/2006/relationships/notesSlide" Target="/ppt/notesSlides/notesSlide4.xml" Id="R7cdc408a96d842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5e1268e414453" /><Relationship Type="http://schemas.openxmlformats.org/officeDocument/2006/relationships/notesSlide" Target="/ppt/notesSlides/notesSlide5.xml" Id="Raaa8efe22d7347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4dea439324abe" /><Relationship Type="http://schemas.openxmlformats.org/officeDocument/2006/relationships/image" Target="/ppt/media/image2.png" Id="R4eba30e8e8324d86" /><Relationship Type="http://schemas.openxmlformats.org/officeDocument/2006/relationships/image" Target="/ppt/media/image3.png" Id="Rd5a247ebe36f4704" /><Relationship Type="http://schemas.openxmlformats.org/officeDocument/2006/relationships/image" Target="/ppt/media/image4.png" Id="R1067e1d580ad4b8c" /><Relationship Type="http://schemas.openxmlformats.org/officeDocument/2006/relationships/image" Target="/ppt/media/image5.png" Id="R0dfcf08304194163" /><Relationship Type="http://schemas.openxmlformats.org/officeDocument/2006/relationships/notesSlide" Target="/ppt/notesSlides/notesSlide6.xml" Id="R601a3bd820974f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065bdeae243bc" /><Relationship Type="http://schemas.openxmlformats.org/officeDocument/2006/relationships/notesSlide" Target="/ppt/notesSlides/notesSlide7.xml" Id="R67043fc589a842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a15f3b469468f" /><Relationship Type="http://schemas.openxmlformats.org/officeDocument/2006/relationships/notesSlide" Target="/ppt/notesSlides/notesSlide8.xml" Id="R6a7b064c040b42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0c120fb334e96" /><Relationship Type="http://schemas.openxmlformats.org/officeDocument/2006/relationships/image" Target="/ppt/media/image.png" Id="R795b53e9de884bf1" /><Relationship Type="http://schemas.openxmlformats.org/officeDocument/2006/relationships/notesSlide" Target="/ppt/notesSlides/notesSlide9.xml" Id="R79265d12c6e84b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d4efb58f54ea7" /><Relationship Type="http://schemas.openxmlformats.org/officeDocument/2006/relationships/notesSlide" Target="/ppt/notesSlides/notesSlide10.xml" Id="Rd7399baf53044f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2679be353471d" /><Relationship Type="http://schemas.openxmlformats.org/officeDocument/2006/relationships/image" Target="/ppt/media/image2.png" Id="R709772b377934735" /><Relationship Type="http://schemas.openxmlformats.org/officeDocument/2006/relationships/image" Target="/ppt/media/image.png" Id="R480345c41e2d4619" /><Relationship Type="http://schemas.openxmlformats.org/officeDocument/2006/relationships/notesSlide" Target="/ppt/notesSlides/notesSlide11.xml" Id="R9c7f0d9043a642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3e3f15cad443e" /><Relationship Type="http://schemas.openxmlformats.org/officeDocument/2006/relationships/image" Target="/ppt/media/image.png" Id="R55be162cae77478c" /><Relationship Type="http://schemas.openxmlformats.org/officeDocument/2006/relationships/notesSlide" Target="/ppt/notesSlides/notesSlide12.xml" Id="R3fb49415365143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6797a36004d59" /><Relationship Type="http://schemas.openxmlformats.org/officeDocument/2006/relationships/notesSlide" Target="/ppt/notesSlides/notesSlide13.xml" Id="R2d9fc247061b49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d4886241a4825" /><Relationship Type="http://schemas.openxmlformats.org/officeDocument/2006/relationships/notesSlide" Target="/ppt/notesSlides/notesSlide14.xml" Id="R1c0009a676144d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b032b6cc24cf2" /><Relationship Type="http://schemas.openxmlformats.org/officeDocument/2006/relationships/notesSlide" Target="/ppt/notesSlides/notesSlide15.xml" Id="R5b8388c8920642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d57851c064f83" /><Relationship Type="http://schemas.openxmlformats.org/officeDocument/2006/relationships/image" Target="/ppt/media/image6.png" Id="R49dbff2d09f6450e" /><Relationship Type="http://schemas.openxmlformats.org/officeDocument/2006/relationships/image" Target="/ppt/media/image5.png" Id="R1277e1c6f3f847e2" /><Relationship Type="http://schemas.openxmlformats.org/officeDocument/2006/relationships/image" Target="/ppt/media/image7.png" Id="Rf19c649b57f6487d" /><Relationship Type="http://schemas.openxmlformats.org/officeDocument/2006/relationships/image" Target="/ppt/media/image8.png" Id="Rc8a2eb2534fe42e2" /><Relationship Type="http://schemas.openxmlformats.org/officeDocument/2006/relationships/image" Target="/ppt/media/image9.png" Id="R03cc125af74b4b3c" /><Relationship Type="http://schemas.openxmlformats.org/officeDocument/2006/relationships/image" Target="/ppt/media/image10.png" Id="Rc33e52ad90a649e6" /><Relationship Type="http://schemas.openxmlformats.org/officeDocument/2006/relationships/image" Target="/ppt/media/image11.png" Id="R55b149743b8a4129" /><Relationship Type="http://schemas.openxmlformats.org/officeDocument/2006/relationships/image" Target="/ppt/media/image12.png" Id="Rabbf7bf590434669" /><Relationship Type="http://schemas.openxmlformats.org/officeDocument/2006/relationships/notesSlide" Target="/ppt/notesSlides/notesSlide16.xml" Id="R32c58c848cb842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9a915c3df49d4" /><Relationship Type="http://schemas.openxmlformats.org/officeDocument/2006/relationships/notesSlide" Target="/ppt/notesSlides/notesSlide17.xml" Id="R03fc0aba97b546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b9df10e1a4916" /><Relationship Type="http://schemas.openxmlformats.org/officeDocument/2006/relationships/image" Target="/ppt/media/image.png" Id="R68e35c0f25524dea" /><Relationship Type="http://schemas.openxmlformats.org/officeDocument/2006/relationships/image" Target="/ppt/media/image13.png" Id="R26c0748c3f1f4cb6" /><Relationship Type="http://schemas.openxmlformats.org/officeDocument/2006/relationships/notesSlide" Target="/ppt/notesSlides/notesSlide18.xml" Id="R3b99c64bc0624d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CDED64D0-C505-47C5-822E-14F3A8A9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7314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6E8FB0"/>
                </a:solidFill>
                <a:latin typeface="Arial"/>
                <a:ea typeface="Arial"/>
                <a:cs typeface="Arial"/>
              </a:rPr>
              <a:t>GAME DESIGN DOCUMENT</a:t>
            </a:r>
          </a:p>
        </p:txBody>
      </p:sp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AFB7D2AF-E471-464E-AFD2-AF7D971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11155320" cy="12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12" name="Text 2">
            <a:extLst xmlns:a="http://schemas.openxmlformats.org/drawingml/2006/main">
              <a:ext uri="{FF2B5EF4-FFF2-40B4-BE49-F238E27FC236}">
                <a16:creationId xmlns:a16="http://schemas.microsoft.com/office/drawing/2014/main" id="{51C08F8A-9349-4D6D-A2BF-0B5EF2C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2743200"/>
            <a:ext cx="10058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위의 얼음을 깨는 자원 채굴형 증분 게임</a:t>
            </a:r>
          </a:p>
        </p:txBody>
      </p:sp>
      <p:sp>
        <p:nvSpPr>
          <p:cNvPr id="13" name="Shape 3">
            <a:extLst xmlns:a="http://schemas.openxmlformats.org/drawingml/2006/main">
              <a:ext uri="{FF2B5EF4-FFF2-40B4-BE49-F238E27FC236}">
                <a16:creationId xmlns:a16="http://schemas.microsoft.com/office/drawing/2014/main" id="{F2FC250C-757F-4788-BB2E-6972719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Shape 4">
            <a:extLst xmlns:a="http://schemas.openxmlformats.org/drawingml/2006/main">
              <a:ext uri="{FF2B5EF4-FFF2-40B4-BE49-F238E27FC236}">
                <a16:creationId xmlns:a16="http://schemas.microsoft.com/office/drawing/2014/main" id="{7B45F81F-62E6-43B7-8C92-BF656694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737000" cy="1416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02e3c6ca544a0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539720" y="451620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" name="Shape 5">
            <a:extLst xmlns:a="http://schemas.openxmlformats.org/drawingml/2006/main">
              <a:ext uri="{FF2B5EF4-FFF2-40B4-BE49-F238E27FC236}">
                <a16:creationId xmlns:a16="http://schemas.microsoft.com/office/drawing/2014/main" id="{9A1837CD-23A7-4DFD-8B9E-8DD6623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80" y="4260960"/>
            <a:ext cx="60840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Shape 6">
            <a:extLst xmlns:a="http://schemas.openxmlformats.org/drawingml/2006/main">
              <a:ext uri="{FF2B5EF4-FFF2-40B4-BE49-F238E27FC236}">
                <a16:creationId xmlns:a16="http://schemas.microsoft.com/office/drawing/2014/main" id="{8927090E-7288-4AC2-8278-21FF8EB3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600" y="4190040"/>
            <a:ext cx="434520" cy="5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Shape 7">
            <a:extLst xmlns:a="http://schemas.openxmlformats.org/drawingml/2006/main">
              <a:ext uri="{FF2B5EF4-FFF2-40B4-BE49-F238E27FC236}">
                <a16:creationId xmlns:a16="http://schemas.microsoft.com/office/drawing/2014/main" id="{2CCDC1F0-35F6-4937-B821-07D4DF1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00" y="4827960"/>
            <a:ext cx="694800" cy="3542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Shape 8">
            <a:extLst xmlns:a="http://schemas.openxmlformats.org/drawingml/2006/main">
              <a:ext uri="{FF2B5EF4-FFF2-40B4-BE49-F238E27FC236}">
                <a16:creationId xmlns:a16="http://schemas.microsoft.com/office/drawing/2014/main" id="{B7F654B3-3504-4C32-919E-91DF0E4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840" y="4757040"/>
            <a:ext cx="52128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Shape 9">
            <a:extLst xmlns:a="http://schemas.openxmlformats.org/drawingml/2006/main">
              <a:ext uri="{FF2B5EF4-FFF2-40B4-BE49-F238E27FC236}">
                <a16:creationId xmlns:a16="http://schemas.microsoft.com/office/drawing/2014/main" id="{D0561119-B4D8-4D3C-92F2-FDCD569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617720"/>
            <a:ext cx="3291480" cy="68544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Text 10">
            <a:extLst xmlns:a="http://schemas.openxmlformats.org/drawingml/2006/main">
              <a:ext uri="{FF2B5EF4-FFF2-40B4-BE49-F238E27FC236}">
                <a16:creationId xmlns:a16="http://schemas.microsoft.com/office/drawing/2014/main" id="{AEE08A57-2021-4E2C-9127-52331CD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320" y="4617720"/>
            <a:ext cx="3017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2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60s  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22" name="Text 11">
            <a:extLst xmlns:a="http://schemas.openxmlformats.org/drawingml/2006/main">
              <a:ext uri="{FF2B5EF4-FFF2-40B4-BE49-F238E27FC236}">
                <a16:creationId xmlns:a16="http://schemas.microsoft.com/office/drawing/2014/main" id="{34955AB1-3732-4289-AFD9-300FABD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23" name="Text 12">
            <a:extLst xmlns:a="http://schemas.openxmlformats.org/drawingml/2006/main">
              <a:ext uri="{FF2B5EF4-FFF2-40B4-BE49-F238E27FC236}">
                <a16:creationId xmlns:a16="http://schemas.microsoft.com/office/drawing/2014/main" id="{F4B1BFFD-2FB4-4D51-9265-BE3D242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게임잼 「납량」 출품작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기획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박민준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v1.0 · 2026.07</a:t>
            </a:r>
          </a:p>
        </p:txBody>
      </p:sp>
    </p:spTree>
    <p:extLst>
      <p:ext uri="{BB962C8B-B14F-4D97-AF65-F5344CB8AC3E}">
        <p14:creationId xmlns:p14="http://schemas.microsoft.com/office/powerpoint/2010/main" val="691977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0">
            <a:extLst xmlns:a="http://schemas.openxmlformats.org/drawingml/2006/main">
              <a:ext uri="{FF2B5EF4-FFF2-40B4-BE49-F238E27FC236}">
                <a16:creationId xmlns:a16="http://schemas.microsoft.com/office/drawing/2014/main" id="{98E883E3-CA36-47E1-BDAC-A8228A0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25" name="Text 1">
            <a:extLst xmlns:a="http://schemas.openxmlformats.org/drawingml/2006/main">
              <a:ext uri="{FF2B5EF4-FFF2-40B4-BE49-F238E27FC236}">
                <a16:creationId xmlns:a16="http://schemas.microsoft.com/office/drawing/2014/main" id="{E36DE587-A9CF-4E07-A003-5EDABB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 개요</a:t>
            </a:r>
          </a:p>
        </p:txBody>
      </p:sp>
      <p:sp>
        <p:nvSpPr>
          <p:cNvPr id="26" name="Shape 2">
            <a:extLst xmlns:a="http://schemas.openxmlformats.org/drawingml/2006/main">
              <a:ext uri="{FF2B5EF4-FFF2-40B4-BE49-F238E27FC236}">
                <a16:creationId xmlns:a16="http://schemas.microsoft.com/office/drawing/2014/main" id="{A83F4A53-02A1-4FA3-AF70-296812E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EBD2D458-7DF2-4010-988A-6A590855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장르</a:t>
            </a:r>
          </a:p>
        </p:txBody>
      </p:sp>
      <p:sp>
        <p:nvSpPr>
          <p:cNvPr id="28" name="Text 4">
            <a:extLst xmlns:a="http://schemas.openxmlformats.org/drawingml/2006/main">
              <a:ext uri="{FF2B5EF4-FFF2-40B4-BE49-F238E27FC236}">
                <a16:creationId xmlns:a16="http://schemas.microsoft.com/office/drawing/2014/main" id="{EE721CF5-9DF3-4B2F-B8A1-923DEC5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자원 채굴형 증분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(Incremental / Idle)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44133456-AD90-43CB-BF8D-DF4637B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Text 6">
            <a:extLst xmlns:a="http://schemas.openxmlformats.org/drawingml/2006/main">
              <a:ext uri="{FF2B5EF4-FFF2-40B4-BE49-F238E27FC236}">
                <a16:creationId xmlns:a16="http://schemas.microsoft.com/office/drawing/2014/main" id="{2D3A2AFA-E131-426D-AA3E-2C8591B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형식</a:t>
            </a:r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0A596426-A1C5-4E4E-BAE1-9BCCCBF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데스크톱 컴패니언</a:t>
            </a:r>
          </a:p>
        </p:txBody>
      </p:sp>
      <p:sp>
        <p:nvSpPr>
          <p:cNvPr id="32" name="Shape 8">
            <a:extLst xmlns:a="http://schemas.openxmlformats.org/drawingml/2006/main">
              <a:ext uri="{FF2B5EF4-FFF2-40B4-BE49-F238E27FC236}">
                <a16:creationId xmlns:a16="http://schemas.microsoft.com/office/drawing/2014/main" id="{C448A343-7BA6-4D93-9A7D-6D73AB3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Text 9">
            <a:extLst xmlns:a="http://schemas.openxmlformats.org/drawingml/2006/main">
              <a:ext uri="{FF2B5EF4-FFF2-40B4-BE49-F238E27FC236}">
                <a16:creationId xmlns:a16="http://schemas.microsoft.com/office/drawing/2014/main" id="{E3AEFC16-BE62-4005-9456-92C7903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플랫폼</a:t>
            </a:r>
          </a:p>
        </p:txBody>
      </p:sp>
      <p:sp>
        <p:nvSpPr>
          <p:cNvPr id="34" name="Text 10">
            <a:extLst xmlns:a="http://schemas.openxmlformats.org/drawingml/2006/main">
              <a:ext uri="{FF2B5EF4-FFF2-40B4-BE49-F238E27FC236}">
                <a16:creationId xmlns:a16="http://schemas.microsoft.com/office/drawing/2014/main" id="{6FE52424-123B-4A1A-B369-6B27290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Windows (P0)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macOS (P1)</a:t>
            </a:r>
          </a:p>
        </p:txBody>
      </p:sp>
      <p:sp>
        <p:nvSpPr>
          <p:cNvPr id="35" name="Shape 11">
            <a:extLst xmlns:a="http://schemas.openxmlformats.org/drawingml/2006/main">
              <a:ext uri="{FF2B5EF4-FFF2-40B4-BE49-F238E27FC236}">
                <a16:creationId xmlns:a16="http://schemas.microsoft.com/office/drawing/2014/main" id="{179DAA20-F74D-413C-95CC-64F61C8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9A1A67AE-1E5E-4425-AFE9-3BCB5A0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엔진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CB6EB0F9-8B2D-4523-BE96-26E5DA3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Unity + C#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UniWindowController</a:t>
            </a:r>
          </a:p>
        </p:txBody>
      </p:sp>
      <p:sp>
        <p:nvSpPr>
          <p:cNvPr id="38" name="Shape 14">
            <a:extLst xmlns:a="http://schemas.openxmlformats.org/drawingml/2006/main">
              <a:ext uri="{FF2B5EF4-FFF2-40B4-BE49-F238E27FC236}">
                <a16:creationId xmlns:a16="http://schemas.microsoft.com/office/drawing/2014/main" id="{365D1A96-EB01-4754-A1D2-2502170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Text 15">
            <a:extLst xmlns:a="http://schemas.openxmlformats.org/drawingml/2006/main">
              <a:ext uri="{FF2B5EF4-FFF2-40B4-BE49-F238E27FC236}">
                <a16:creationId xmlns:a16="http://schemas.microsoft.com/office/drawing/2014/main" id="{1CD8BA7C-007F-4EEB-847F-F429BF2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세션</a:t>
            </a:r>
          </a:p>
        </p:txBody>
      </p:sp>
      <p:sp>
        <p:nvSpPr>
          <p:cNvPr id="40" name="Text 16">
            <a:extLst xmlns:a="http://schemas.openxmlformats.org/drawingml/2006/main">
              <a:ext uri="{FF2B5EF4-FFF2-40B4-BE49-F238E27FC236}">
                <a16:creationId xmlns:a16="http://schemas.microsoft.com/office/drawing/2014/main" id="{B36618C6-549F-4ED4-A886-91EFBC5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판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잼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1" name="Shape 17">
            <a:extLst xmlns:a="http://schemas.openxmlformats.org/drawingml/2006/main">
              <a:ext uri="{FF2B5EF4-FFF2-40B4-BE49-F238E27FC236}">
                <a16:creationId xmlns:a16="http://schemas.microsoft.com/office/drawing/2014/main" id="{227E7351-9AFE-44B2-AF21-75AF0E7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Text 18">
            <a:extLst xmlns:a="http://schemas.openxmlformats.org/drawingml/2006/main">
              <a:ext uri="{FF2B5EF4-FFF2-40B4-BE49-F238E27FC236}">
                <a16:creationId xmlns:a16="http://schemas.microsoft.com/office/drawing/2014/main" id="{6E42C5FF-7969-4EBB-9D22-CED1B0F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볼륨</a:t>
            </a:r>
          </a:p>
        </p:txBody>
      </p:sp>
      <p:sp>
        <p:nvSpPr>
          <p:cNvPr id="43" name="Text 19">
            <a:extLst xmlns:a="http://schemas.openxmlformats.org/drawingml/2006/main">
              <a:ext uri="{FF2B5EF4-FFF2-40B4-BE49-F238E27FC236}">
                <a16:creationId xmlns:a16="http://schemas.microsoft.com/office/drawing/2014/main" id="{47B42EB4-2C3D-4F5B-8EB8-CD217D0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2~3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시간 완결형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(finishable)</a:t>
            </a:r>
          </a:p>
        </p:txBody>
      </p:sp>
      <p:sp>
        <p:nvSpPr>
          <p:cNvPr id="44" name="Shape 20">
            <a:extLst xmlns:a="http://schemas.openxmlformats.org/drawingml/2006/main">
              <a:ext uri="{FF2B5EF4-FFF2-40B4-BE49-F238E27FC236}">
                <a16:creationId xmlns:a16="http://schemas.microsoft.com/office/drawing/2014/main" id="{608180FA-7EDD-401D-81BA-669DC2A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Text 21">
            <a:extLst xmlns:a="http://schemas.openxmlformats.org/drawingml/2006/main">
              <a:ext uri="{FF2B5EF4-FFF2-40B4-BE49-F238E27FC236}">
                <a16:creationId xmlns:a16="http://schemas.microsoft.com/office/drawing/2014/main" id="{8C892205-D9E8-402E-B8DD-CF8C974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재화</a:t>
            </a:r>
          </a:p>
        </p:txBody>
      </p:sp>
      <p:sp>
        <p:nvSpPr>
          <p:cNvPr id="46" name="Text 22">
            <a:extLst xmlns:a="http://schemas.openxmlformats.org/drawingml/2006/main">
              <a:ext uri="{FF2B5EF4-FFF2-40B4-BE49-F238E27FC236}">
                <a16:creationId xmlns:a16="http://schemas.microsoft.com/office/drawing/2014/main" id="{36517BED-08A7-4F7D-979A-A19398D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골드 단일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업그레이드 트리</a:t>
            </a:r>
          </a:p>
        </p:txBody>
      </p:sp>
      <p:sp>
        <p:nvSpPr>
          <p:cNvPr id="47" name="Shape 23">
            <a:extLst xmlns:a="http://schemas.openxmlformats.org/drawingml/2006/main">
              <a:ext uri="{FF2B5EF4-FFF2-40B4-BE49-F238E27FC236}">
                <a16:creationId xmlns:a16="http://schemas.microsoft.com/office/drawing/2014/main" id="{6DEC223F-674E-4EAF-970F-E6FE909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Text 24">
            <a:extLst xmlns:a="http://schemas.openxmlformats.org/drawingml/2006/main">
              <a:ext uri="{FF2B5EF4-FFF2-40B4-BE49-F238E27FC236}">
                <a16:creationId xmlns:a16="http://schemas.microsoft.com/office/drawing/2014/main" id="{6A087434-70F7-447C-88DE-7DF9876A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타깃</a:t>
            </a:r>
          </a:p>
        </p:txBody>
      </p:sp>
      <p:sp>
        <p:nvSpPr>
          <p:cNvPr id="49" name="Text 25">
            <a:extLst xmlns:a="http://schemas.openxmlformats.org/drawingml/2006/main">
              <a:ext uri="{FF2B5EF4-FFF2-40B4-BE49-F238E27FC236}">
                <a16:creationId xmlns:a16="http://schemas.microsoft.com/office/drawing/2014/main" id="{4C1C62ED-2B4A-4D81-80A4-17B60E2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25~44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사무직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(Steam)</a:t>
            </a:r>
          </a:p>
        </p:txBody>
      </p:sp>
      <p:sp>
        <p:nvSpPr>
          <p:cNvPr id="50" name="Shape 26">
            <a:extLst xmlns:a="http://schemas.openxmlformats.org/drawingml/2006/main">
              <a:ext uri="{FF2B5EF4-FFF2-40B4-BE49-F238E27FC236}">
                <a16:creationId xmlns:a16="http://schemas.microsoft.com/office/drawing/2014/main" id="{B66E2835-D540-445C-B2F0-9F80680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1063880" cy="105120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Text 27">
            <a:extLst xmlns:a="http://schemas.openxmlformats.org/drawingml/2006/main">
              <a:ext uri="{FF2B5EF4-FFF2-40B4-BE49-F238E27FC236}">
                <a16:creationId xmlns:a16="http://schemas.microsoft.com/office/drawing/2014/main" id="{7BA377DE-7836-4C9D-BC42-80C4B56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10515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컨셉 — 판은 얼음이 떠다니는 스테이지다. 60초 동안 얼음을 직접 클릭해 부수고, 골드로 트리를 키우며, 재결빙 동안 자기 일을 한다.</a:t>
            </a:r>
          </a:p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성장의 증거는 숫자가 아니라 "한 번의 클릭으로 동시에 깨지는 얼음의 수"다 — 같은 60초, 매 판 정확히 비교된다.</a:t>
            </a:r>
          </a:p>
        </p:txBody>
      </p:sp>
      <p:sp>
        <p:nvSpPr>
          <p:cNvPr id="52" name="Text 28">
            <a:extLst xmlns:a="http://schemas.openxmlformats.org/drawingml/2006/main">
              <a:ext uri="{FF2B5EF4-FFF2-40B4-BE49-F238E27FC236}">
                <a16:creationId xmlns:a16="http://schemas.microsoft.com/office/drawing/2014/main" id="{49F883C8-DBFE-425C-B87C-8A5F78B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259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 0">
            <a:extLst xmlns:a="http://schemas.openxmlformats.org/drawingml/2006/main">
              <a:ext uri="{FF2B5EF4-FFF2-40B4-BE49-F238E27FC236}">
                <a16:creationId xmlns:a16="http://schemas.microsoft.com/office/drawing/2014/main" id="{52AED2AC-4B24-4EA1-9ADB-A4ED9B48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WHAT IS THIS GAME</a:t>
            </a:r>
          </a:p>
        </p:txBody>
      </p:sp>
      <p:sp>
        <p:nvSpPr>
          <p:cNvPr id="54" name="Text 1">
            <a:extLst xmlns:a="http://schemas.openxmlformats.org/drawingml/2006/main">
              <a:ext uri="{FF2B5EF4-FFF2-40B4-BE49-F238E27FC236}">
                <a16:creationId xmlns:a16="http://schemas.microsoft.com/office/drawing/2014/main" id="{EE5B0146-19F8-488A-BB9F-BE652CF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평소엔 얇은 띠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클릭하면 게임</a:t>
            </a:r>
          </a:p>
        </p:txBody>
      </p:sp>
      <p:sp>
        <p:nvSpPr>
          <p:cNvPr id="55" name="Shape 2">
            <a:extLst xmlns:a="http://schemas.openxmlformats.org/drawingml/2006/main">
              <a:ext uri="{FF2B5EF4-FFF2-40B4-BE49-F238E27FC236}">
                <a16:creationId xmlns:a16="http://schemas.microsoft.com/office/drawing/2014/main" id="{DDAEDD86-DF85-4836-82D0-3CEEDA8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Text 3">
            <a:extLst xmlns:a="http://schemas.openxmlformats.org/drawingml/2006/main">
              <a:ext uri="{FF2B5EF4-FFF2-40B4-BE49-F238E27FC236}">
                <a16:creationId xmlns:a16="http://schemas.microsoft.com/office/drawing/2014/main" id="{6DED866E-B29C-409B-AB75-3C9D612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Text 4">
            <a:extLst xmlns:a="http://schemas.openxmlformats.org/drawingml/2006/main">
              <a:ext uri="{FF2B5EF4-FFF2-40B4-BE49-F238E27FC236}">
                <a16:creationId xmlns:a16="http://schemas.microsoft.com/office/drawing/2014/main" id="{271DBE74-60F5-4330-A0A1-036D55CC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6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평소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58" name="Shape 5">
            <a:extLst xmlns:a="http://schemas.openxmlformats.org/drawingml/2006/main">
              <a:ext uri="{FF2B5EF4-FFF2-40B4-BE49-F238E27FC236}">
                <a16:creationId xmlns:a16="http://schemas.microsoft.com/office/drawing/2014/main" id="{86C60375-A77B-4EC8-9124-0F7B2FA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17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3D112D00-A7F4-4615-9F48-01C70D5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3017160" cy="182844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DDE7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0F4B1F56-BEA2-42B0-BC0E-6D9F3D8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87240"/>
            <a:ext cx="2742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업무 창 — 방해받지 않음</a:t>
            </a: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76A588D3-1B0A-4FCD-A5E3-457A6C1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4754880"/>
            <a:ext cx="4974120" cy="429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A94D2D8C-5F48-4AD7-AC80-79854C7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54880"/>
            <a:ext cx="731160" cy="4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4860A255-F471-4B2E-BC35-6F02225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440"/>
            <a:ext cx="3931560" cy="6030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" name="Shape 11">
            <a:extLst xmlns:a="http://schemas.openxmlformats.org/drawingml/2006/main">
              <a:ext uri="{FF2B5EF4-FFF2-40B4-BE49-F238E27FC236}">
                <a16:creationId xmlns:a16="http://schemas.microsoft.com/office/drawing/2014/main" id="{C1FA00F4-3235-4B05-B756-D419338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87880"/>
            <a:ext cx="438480" cy="4201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AB380D1E-35C5-4191-B9B2-6E5302ED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60" y="4271760"/>
            <a:ext cx="153720" cy="126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Shape 13">
            <a:extLst xmlns:a="http://schemas.openxmlformats.org/drawingml/2006/main">
              <a:ext uri="{FF2B5EF4-FFF2-40B4-BE49-F238E27FC236}">
                <a16:creationId xmlns:a16="http://schemas.microsoft.com/office/drawing/2014/main" id="{3B650F5E-2607-434D-B8A3-A85B11C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00" y="4250880"/>
            <a:ext cx="109800" cy="168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0DE0219F-DE4E-4612-B964-6FDFEE5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6440"/>
            <a:ext cx="3017160" cy="6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08:12</a:t>
            </a:r>
          </a:p>
        </p:txBody>
      </p:sp>
      <p:sp>
        <p:nvSpPr>
          <p:cNvPr id="68" name="Text 15">
            <a:extLst xmlns:a="http://schemas.openxmlformats.org/drawingml/2006/main">
              <a:ext uri="{FF2B5EF4-FFF2-40B4-BE49-F238E27FC236}">
                <a16:creationId xmlns:a16="http://schemas.microsoft.com/office/drawing/2014/main" id="{E942E871-A4F4-432B-B2FE-5159CB9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보이는 것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얼음 실루엣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타이머뿐</a:t>
            </a:r>
          </a:p>
        </p:txBody>
      </p:sp>
      <p:sp>
        <p:nvSpPr>
          <p:cNvPr id="69" name="Shape 16">
            <a:extLst xmlns:a="http://schemas.openxmlformats.org/drawingml/2006/main">
              <a:ext uri="{FF2B5EF4-FFF2-40B4-BE49-F238E27FC236}">
                <a16:creationId xmlns:a16="http://schemas.microsoft.com/office/drawing/2014/main" id="{FCA17CB9-F540-46AD-B59F-A5AA001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Text 17">
            <a:extLst xmlns:a="http://schemas.openxmlformats.org/drawingml/2006/main">
              <a:ext uri="{FF2B5EF4-FFF2-40B4-BE49-F238E27FC236}">
                <a16:creationId xmlns:a16="http://schemas.microsoft.com/office/drawing/2014/main" id="{C4E396F1-FCE8-4BF7-825C-6D585F1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클릭</a:t>
            </a:r>
          </a:p>
        </p:txBody>
      </p:sp>
      <p:sp>
        <p:nvSpPr>
          <p:cNvPr id="71" name="Shape 18">
            <a:extLst xmlns:a="http://schemas.openxmlformats.org/drawingml/2006/main">
              <a:ext uri="{FF2B5EF4-FFF2-40B4-BE49-F238E27FC236}">
                <a16:creationId xmlns:a16="http://schemas.microsoft.com/office/drawing/2014/main" id="{6F88F1B5-1B17-4750-8804-A57C3E9D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20440"/>
            <a:ext cx="45720" cy="3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19">
            <a:extLst xmlns:a="http://schemas.openxmlformats.org/drawingml/2006/main">
              <a:ext uri="{FF2B5EF4-FFF2-40B4-BE49-F238E27FC236}">
                <a16:creationId xmlns:a16="http://schemas.microsoft.com/office/drawing/2014/main" id="{84B73996-609A-4D0D-A094-C2F0B36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520440"/>
            <a:ext cx="10944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20">
            <a:extLst xmlns:a="http://schemas.openxmlformats.org/drawingml/2006/main">
              <a:ext uri="{FF2B5EF4-FFF2-40B4-BE49-F238E27FC236}">
                <a16:creationId xmlns:a16="http://schemas.microsoft.com/office/drawing/2014/main" id="{74559929-FC2D-44F8-BC20-73DF801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20440"/>
            <a:ext cx="13716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Shape 21">
            <a:extLst xmlns:a="http://schemas.openxmlformats.org/drawingml/2006/main">
              <a:ext uri="{FF2B5EF4-FFF2-40B4-BE49-F238E27FC236}">
                <a16:creationId xmlns:a16="http://schemas.microsoft.com/office/drawing/2014/main" id="{A5202DE6-6AE1-4EEE-9AB9-6CA3B0F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" name="Text 22">
            <a:extLst xmlns:a="http://schemas.openxmlformats.org/drawingml/2006/main">
              <a:ext uri="{FF2B5EF4-FFF2-40B4-BE49-F238E27FC236}">
                <a16:creationId xmlns:a16="http://schemas.microsoft.com/office/drawing/2014/main" id="{3188D61F-D564-442F-9D38-2011713F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Text 23">
            <a:extLst xmlns:a="http://schemas.openxmlformats.org/drawingml/2006/main">
              <a:ext uri="{FF2B5EF4-FFF2-40B4-BE49-F238E27FC236}">
                <a16:creationId xmlns:a16="http://schemas.microsoft.com/office/drawing/2014/main" id="{3400C010-56E8-4238-BBE7-55AAB29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12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게임 전용 화면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7" name="Shape 24">
            <a:extLst xmlns:a="http://schemas.openxmlformats.org/drawingml/2006/main">
              <a:ext uri="{FF2B5EF4-FFF2-40B4-BE49-F238E27FC236}">
                <a16:creationId xmlns:a16="http://schemas.microsoft.com/office/drawing/2014/main" id="{6B281945-BFB7-4F3C-8FB9-C76BEFC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7545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" name="Shape 25">
            <a:extLst xmlns:a="http://schemas.openxmlformats.org/drawingml/2006/main">
              <a:ext uri="{FF2B5EF4-FFF2-40B4-BE49-F238E27FC236}">
                <a16:creationId xmlns:a16="http://schemas.microsoft.com/office/drawing/2014/main" id="{9D06D6A6-0D7F-43BD-B121-DEAD1C9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2194560"/>
            <a:ext cx="4425480" cy="38376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Text 26">
            <a:extLst xmlns:a="http://schemas.openxmlformats.org/drawingml/2006/main">
              <a:ext uri="{FF2B5EF4-FFF2-40B4-BE49-F238E27FC236}">
                <a16:creationId xmlns:a16="http://schemas.microsoft.com/office/drawing/2014/main" id="{4813F83E-6CBA-4EA7-B043-8AD6287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94560"/>
            <a:ext cx="420588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00:42 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+1,240 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T2 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콤보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×7</a:t>
            </a:r>
          </a:p>
        </p:txBody>
      </p:sp>
      <p:sp>
        <p:nvSpPr>
          <p:cNvPr id="80" name="Shape 27">
            <a:extLst xmlns:a="http://schemas.openxmlformats.org/drawingml/2006/main">
              <a:ext uri="{FF2B5EF4-FFF2-40B4-BE49-F238E27FC236}">
                <a16:creationId xmlns:a16="http://schemas.microsoft.com/office/drawing/2014/main" id="{907B0883-0A73-49A4-B214-03DBF76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1556">
            <a:off x="7884590" y="4054281"/>
            <a:ext cx="392343" cy="419081"/>
          </a:xfrm>
          <a:prstGeom xmlns:a="http://schemas.openxmlformats.org/drawingml/2006/main" prst="roundRect">
            <a:avLst>
              <a:gd name="adj" fmla="val 194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28">
            <a:extLst xmlns:a="http://schemas.openxmlformats.org/drawingml/2006/main">
              <a:ext uri="{FF2B5EF4-FFF2-40B4-BE49-F238E27FC236}">
                <a16:creationId xmlns:a16="http://schemas.microsoft.com/office/drawing/2014/main" id="{B392068E-3050-4A61-B236-D34DAB1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2013">
            <a:off x="7868555" y="3070027"/>
            <a:ext cx="348931" cy="456313"/>
          </a:xfrm>
          <a:prstGeom xmlns:a="http://schemas.openxmlformats.org/drawingml/2006/main" prst="roundRect">
            <a:avLst>
              <a:gd name="adj" fmla="val 2183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29">
            <a:extLst xmlns:a="http://schemas.openxmlformats.org/drawingml/2006/main">
              <a:ext uri="{FF2B5EF4-FFF2-40B4-BE49-F238E27FC236}">
                <a16:creationId xmlns:a16="http://schemas.microsoft.com/office/drawing/2014/main" id="{AED3B43D-DF65-4707-B1EE-28688C5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1518">
            <a:off x="9106568" y="2907886"/>
            <a:ext cx="375592" cy="304651"/>
          </a:xfrm>
          <a:prstGeom xmlns:a="http://schemas.openxmlformats.org/drawingml/2006/main" prst="roundRect">
            <a:avLst>
              <a:gd name="adj" fmla="val 2501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Shape 30">
            <a:extLst xmlns:a="http://schemas.openxmlformats.org/drawingml/2006/main">
              <a:ext uri="{FF2B5EF4-FFF2-40B4-BE49-F238E27FC236}">
                <a16:creationId xmlns:a16="http://schemas.microsoft.com/office/drawing/2014/main" id="{563BDFC0-FAE9-42DF-AA17-7CE4B99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90140">
            <a:off x="9593180" y="3652298"/>
            <a:ext cx="516549" cy="334556"/>
          </a:xfrm>
          <a:prstGeom xmlns:a="http://schemas.openxmlformats.org/drawingml/2006/main" prst="roundRect">
            <a:avLst>
              <a:gd name="adj" fmla="val 227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Shape 31">
            <a:extLst xmlns:a="http://schemas.openxmlformats.org/drawingml/2006/main">
              <a:ext uri="{FF2B5EF4-FFF2-40B4-BE49-F238E27FC236}">
                <a16:creationId xmlns:a16="http://schemas.microsoft.com/office/drawing/2014/main" id="{83566E63-777A-492F-A7AB-AA816342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4273">
            <a:off x="7187642" y="3144115"/>
            <a:ext cx="448348" cy="273904"/>
          </a:xfrm>
          <a:prstGeom xmlns:a="http://schemas.openxmlformats.org/drawingml/2006/main" prst="roundRect">
            <a:avLst>
              <a:gd name="adj" fmla="val 27820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" name="Shape 32">
            <a:extLst xmlns:a="http://schemas.openxmlformats.org/drawingml/2006/main">
              <a:ext uri="{FF2B5EF4-FFF2-40B4-BE49-F238E27FC236}">
                <a16:creationId xmlns:a16="http://schemas.microsoft.com/office/drawing/2014/main" id="{6625C72A-5C5A-48BC-95D5-574FEC0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321">
            <a:off x="9663178" y="3003565"/>
            <a:ext cx="402752" cy="310357"/>
          </a:xfrm>
          <a:prstGeom xmlns:a="http://schemas.openxmlformats.org/drawingml/2006/main" prst="roundRect">
            <a:avLst>
              <a:gd name="adj" fmla="val 245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Shape 33">
            <a:extLst xmlns:a="http://schemas.openxmlformats.org/drawingml/2006/main">
              <a:ext uri="{FF2B5EF4-FFF2-40B4-BE49-F238E27FC236}">
                <a16:creationId xmlns:a16="http://schemas.microsoft.com/office/drawing/2014/main" id="{53524583-FC5F-4D8E-9F2F-1AAA7AC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2737">
            <a:off x="7323994" y="4124850"/>
            <a:ext cx="341825" cy="357919"/>
          </a:xfrm>
          <a:prstGeom xmlns:a="http://schemas.openxmlformats.org/drawingml/2006/main" prst="roundRect">
            <a:avLst>
              <a:gd name="adj" fmla="val 2229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7" name="Shape 34">
            <a:extLst xmlns:a="http://schemas.openxmlformats.org/drawingml/2006/main">
              <a:ext uri="{FF2B5EF4-FFF2-40B4-BE49-F238E27FC236}">
                <a16:creationId xmlns:a16="http://schemas.microsoft.com/office/drawing/2014/main" id="{9B9353AA-C3ED-4EAD-857E-7A23806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9411">
            <a:off x="8757664" y="4220356"/>
            <a:ext cx="364702" cy="376278"/>
          </a:xfrm>
          <a:prstGeom xmlns:a="http://schemas.openxmlformats.org/drawingml/2006/main" prst="roundRect">
            <a:avLst>
              <a:gd name="adj" fmla="val 2089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35">
            <a:extLst xmlns:a="http://schemas.openxmlformats.org/drawingml/2006/main">
              <a:ext uri="{FF2B5EF4-FFF2-40B4-BE49-F238E27FC236}">
                <a16:creationId xmlns:a16="http://schemas.microsoft.com/office/drawing/2014/main" id="{CEFBC4C5-372C-4CF0-9AC9-D6E573D9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79">
            <a:off x="8408330" y="3197694"/>
            <a:ext cx="337847" cy="269715"/>
          </a:xfrm>
          <a:prstGeom xmlns:a="http://schemas.openxmlformats.org/drawingml/2006/main" prst="roundRect">
            <a:avLst>
              <a:gd name="adj" fmla="val 282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36">
            <a:extLst xmlns:a="http://schemas.openxmlformats.org/drawingml/2006/main">
              <a:ext uri="{FF2B5EF4-FFF2-40B4-BE49-F238E27FC236}">
                <a16:creationId xmlns:a16="http://schemas.microsoft.com/office/drawing/2014/main" id="{9D382AF3-FD60-4790-AD01-FBDF5D6D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5076">
            <a:off x="8492008" y="3789700"/>
            <a:ext cx="400350" cy="310470"/>
          </a:xfrm>
          <a:prstGeom xmlns:a="http://schemas.openxmlformats.org/drawingml/2006/main" prst="roundRect">
            <a:avLst>
              <a:gd name="adj" fmla="val 2454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37">
            <a:extLst xmlns:a="http://schemas.openxmlformats.org/drawingml/2006/main">
              <a:ext uri="{FF2B5EF4-FFF2-40B4-BE49-F238E27FC236}">
                <a16:creationId xmlns:a16="http://schemas.microsoft.com/office/drawing/2014/main" id="{64629DC0-0FC0-41C6-BE2B-ABE2BDD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1998">
            <a:off x="7736742" y="3573427"/>
            <a:ext cx="515581" cy="431104"/>
          </a:xfrm>
          <a:prstGeom xmlns:a="http://schemas.openxmlformats.org/drawingml/2006/main" prst="roundRect">
            <a:avLst>
              <a:gd name="adj" fmla="val 176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38">
            <a:extLst xmlns:a="http://schemas.openxmlformats.org/drawingml/2006/main">
              <a:ext uri="{FF2B5EF4-FFF2-40B4-BE49-F238E27FC236}">
                <a16:creationId xmlns:a16="http://schemas.microsoft.com/office/drawing/2014/main" id="{C8334C71-A8FC-4FEE-875C-5C389F1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411">
            <a:off x="9531651" y="4115717"/>
            <a:ext cx="445077" cy="330622"/>
          </a:xfrm>
          <a:prstGeom xmlns:a="http://schemas.openxmlformats.org/drawingml/2006/main" prst="roundRect">
            <a:avLst>
              <a:gd name="adj" fmla="val 23047"/>
            </a:avLst>
          </a:prstGeom>
          <a:solidFill xmlns:a="http://schemas.openxmlformats.org/drawingml/2006/main">
            <a:srgbClr val="E8B84B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Shape 39">
            <a:extLst xmlns:a="http://schemas.openxmlformats.org/drawingml/2006/main">
              <a:ext uri="{FF2B5EF4-FFF2-40B4-BE49-F238E27FC236}">
                <a16:creationId xmlns:a16="http://schemas.microsoft.com/office/drawing/2014/main" id="{DF48D37C-A97C-44A9-B302-EC479B4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5740">
            <a:off x="9012715" y="3510553"/>
            <a:ext cx="529431" cy="451060"/>
          </a:xfrm>
          <a:prstGeom xmlns:a="http://schemas.openxmlformats.org/drawingml/2006/main" prst="roundRect">
            <a:avLst>
              <a:gd name="adj" fmla="val 168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3" name="Shape 40">
            <a:extLst xmlns:a="http://schemas.openxmlformats.org/drawingml/2006/main">
              <a:ext uri="{FF2B5EF4-FFF2-40B4-BE49-F238E27FC236}">
                <a16:creationId xmlns:a16="http://schemas.microsoft.com/office/drawing/2014/main" id="{7CF3EC0A-0C03-4EB1-A3DB-8E4346B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9522">
            <a:off x="7206458" y="2787001"/>
            <a:ext cx="338639" cy="325103"/>
          </a:xfrm>
          <a:prstGeom xmlns:a="http://schemas.openxmlformats.org/drawingml/2006/main" prst="roundRect">
            <a:avLst>
              <a:gd name="adj" fmla="val 234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Shape 41">
            <a:extLst xmlns:a="http://schemas.openxmlformats.org/drawingml/2006/main">
              <a:ext uri="{FF2B5EF4-FFF2-40B4-BE49-F238E27FC236}">
                <a16:creationId xmlns:a16="http://schemas.microsoft.com/office/drawing/2014/main" id="{3035CCE5-8D9C-47DB-A5AD-4CD3921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958">
            <a:off x="7136490" y="3462584"/>
            <a:ext cx="492455" cy="375838"/>
          </a:xfrm>
          <a:prstGeom xmlns:a="http://schemas.openxmlformats.org/drawingml/2006/main" prst="roundRect">
            <a:avLst>
              <a:gd name="adj" fmla="val 202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5" name="Shape 42">
            <a:extLst xmlns:a="http://schemas.openxmlformats.org/drawingml/2006/main">
              <a:ext uri="{FF2B5EF4-FFF2-40B4-BE49-F238E27FC236}">
                <a16:creationId xmlns:a16="http://schemas.microsoft.com/office/drawing/2014/main" id="{A333DEB0-1C15-428F-B9FC-7DF8259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9139">
            <a:off x="8370025" y="4179367"/>
            <a:ext cx="328101" cy="348452"/>
          </a:xfrm>
          <a:prstGeom xmlns:a="http://schemas.openxmlformats.org/drawingml/2006/main" prst="roundRect">
            <a:avLst>
              <a:gd name="adj" fmla="val 2322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Shape 43">
            <a:extLst xmlns:a="http://schemas.openxmlformats.org/drawingml/2006/main">
              <a:ext uri="{FF2B5EF4-FFF2-40B4-BE49-F238E27FC236}">
                <a16:creationId xmlns:a16="http://schemas.microsoft.com/office/drawing/2014/main" id="{ECF2725B-3BF8-4DEB-9E31-659094C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5211">
            <a:off x="8506891" y="2806299"/>
            <a:ext cx="479558" cy="329789"/>
          </a:xfrm>
          <a:prstGeom xmlns:a="http://schemas.openxmlformats.org/drawingml/2006/main" prst="roundRect">
            <a:avLst>
              <a:gd name="adj" fmla="val 2310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Shape 44">
            <a:extLst xmlns:a="http://schemas.openxmlformats.org/drawingml/2006/main">
              <a:ext uri="{FF2B5EF4-FFF2-40B4-BE49-F238E27FC236}">
                <a16:creationId xmlns:a16="http://schemas.microsoft.com/office/drawing/2014/main" id="{0A8CBDA2-44C8-4FCA-BF2C-A570AD53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5401">
            <a:off x="9309429" y="2822353"/>
            <a:ext cx="419909" cy="427286"/>
          </a:xfrm>
          <a:prstGeom xmlns:a="http://schemas.openxmlformats.org/drawingml/2006/main" prst="roundRect">
            <a:avLst>
              <a:gd name="adj" fmla="val 1814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8" name="Shape 45">
            <a:extLst xmlns:a="http://schemas.openxmlformats.org/drawingml/2006/main">
              <a:ext uri="{FF2B5EF4-FFF2-40B4-BE49-F238E27FC236}">
                <a16:creationId xmlns:a16="http://schemas.microsoft.com/office/drawing/2014/main" id="{9F7A587C-AAE0-49F8-B0F2-918CBF2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043">
            <a:off x="7457258" y="3652860"/>
            <a:ext cx="473675" cy="466111"/>
          </a:xfrm>
          <a:prstGeom xmlns:a="http://schemas.openxmlformats.org/drawingml/2006/main" prst="roundRect">
            <a:avLst>
              <a:gd name="adj" fmla="val 1634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9" name="Text 46">
            <a:extLst xmlns:a="http://schemas.openxmlformats.org/drawingml/2006/main">
              <a:ext uri="{FF2B5EF4-FFF2-40B4-BE49-F238E27FC236}">
                <a16:creationId xmlns:a16="http://schemas.microsoft.com/office/drawing/2014/main" id="{7CA19F04-136E-4C74-95CD-6B84964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7520"/>
            <a:ext cx="31086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— 여러 얼음을 직접 클릭, 파괴 후 새 얼음 스폰</a:t>
            </a:r>
          </a:p>
        </p:txBody>
      </p:sp>
      <p:sp>
        <p:nvSpPr>
          <p:cNvPr id="100" name="Shape 47">
            <a:extLst xmlns:a="http://schemas.openxmlformats.org/drawingml/2006/main">
              <a:ext uri="{FF2B5EF4-FFF2-40B4-BE49-F238E27FC236}">
                <a16:creationId xmlns:a16="http://schemas.microsoft.com/office/drawing/2014/main" id="{30E7F600-D6A1-4B52-A7DF-ECAF092F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360" y="2715840"/>
            <a:ext cx="1133640" cy="19656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1" name="Text 48">
            <a:extLst xmlns:a="http://schemas.openxmlformats.org/drawingml/2006/main">
              <a:ext uri="{FF2B5EF4-FFF2-40B4-BE49-F238E27FC236}">
                <a16:creationId xmlns:a16="http://schemas.microsoft.com/office/drawing/2014/main" id="{E61ACFDB-CB33-46D7-BE24-9E6BD5A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440" y="2834640"/>
            <a:ext cx="1005480" cy="17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102" name="Shape 49">
            <a:extLst xmlns:a="http://schemas.openxmlformats.org/drawingml/2006/main">
              <a:ext uri="{FF2B5EF4-FFF2-40B4-BE49-F238E27FC236}">
                <a16:creationId xmlns:a16="http://schemas.microsoft.com/office/drawing/2014/main" id="{E5C81F8E-3C29-4B0B-A3EF-38C10F7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3" name="Text 50">
            <a:extLst xmlns:a="http://schemas.openxmlformats.org/drawingml/2006/main">
              <a:ext uri="{FF2B5EF4-FFF2-40B4-BE49-F238E27FC236}">
                <a16:creationId xmlns:a16="http://schemas.microsoft.com/office/drawing/2014/main" id="{BB8A8D73-9DA8-4442-9A49-7D581EC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업그레이드 트리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접기</a:t>
            </a:r>
          </a:p>
        </p:txBody>
      </p:sp>
      <p:sp>
        <p:nvSpPr>
          <p:cNvPr id="104" name="Text 51">
            <a:extLst xmlns:a="http://schemas.openxmlformats.org/drawingml/2006/main">
              <a:ext uri="{FF2B5EF4-FFF2-40B4-BE49-F238E27FC236}">
                <a16:creationId xmlns:a16="http://schemas.microsoft.com/office/drawing/2014/main" id="{649065D5-C477-4B29-9035-9D9C66B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오직 게임만 — 다른 창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요소 없음</a:t>
            </a:r>
          </a:p>
        </p:txBody>
      </p:sp>
      <p:sp>
        <p:nvSpPr>
          <p:cNvPr id="105" name="Shape 52">
            <a:extLst xmlns:a="http://schemas.openxmlformats.org/drawingml/2006/main">
              <a:ext uri="{FF2B5EF4-FFF2-40B4-BE49-F238E27FC236}">
                <a16:creationId xmlns:a16="http://schemas.microsoft.com/office/drawing/2014/main" id="{613E26B1-03D1-4925-913C-9F22626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6" name="Text 53">
            <a:extLst xmlns:a="http://schemas.openxmlformats.org/drawingml/2006/main">
              <a:ext uri="{FF2B5EF4-FFF2-40B4-BE49-F238E27FC236}">
                <a16:creationId xmlns:a16="http://schemas.microsoft.com/office/drawing/2014/main" id="{6F2FC273-8E58-45E5-AA38-8DEC08D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핵심 — 평소엔 taskbar 위 얇은 띠로 존재하다가, 클릭하면 여러 얼음이 떠다니는 60초 스테이지가 열린다. 업무는 방해받지 않는다.</a:t>
            </a:r>
          </a:p>
        </p:txBody>
      </p:sp>
      <p:sp>
        <p:nvSpPr>
          <p:cNvPr id="107" name="Text 54">
            <a:extLst xmlns:a="http://schemas.openxmlformats.org/drawingml/2006/main">
              <a:ext uri="{FF2B5EF4-FFF2-40B4-BE49-F238E27FC236}">
                <a16:creationId xmlns:a16="http://schemas.microsoft.com/office/drawing/2014/main" id="{6245CB56-9AD7-4A20-BD79-D7B67E1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7655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ext 0">
            <a:extLst xmlns:a="http://schemas.openxmlformats.org/drawingml/2006/main">
              <a:ext uri="{FF2B5EF4-FFF2-40B4-BE49-F238E27FC236}">
                <a16:creationId xmlns:a16="http://schemas.microsoft.com/office/drawing/2014/main" id="{90DBDCAE-1A51-4BA7-95B4-2FDD2C9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GENRE</a:t>
            </a:r>
          </a:p>
        </p:txBody>
      </p:sp>
      <p:sp>
        <p:nvSpPr>
          <p:cNvPr id="109" name="Text 1">
            <a:extLst xmlns:a="http://schemas.openxmlformats.org/drawingml/2006/main">
              <a:ext uri="{FF2B5EF4-FFF2-40B4-BE49-F238E27FC236}">
                <a16:creationId xmlns:a16="http://schemas.microsoft.com/office/drawing/2014/main" id="{2375F577-3C35-47BC-ABEE-F7BDC19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장르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능동으로 시작해 방치로 미끄러진다</a:t>
            </a:r>
          </a:p>
        </p:txBody>
      </p:sp>
      <p:sp>
        <p:nvSpPr>
          <p:cNvPr id="110" name="Shape 2">
            <a:extLst xmlns:a="http://schemas.openxmlformats.org/drawingml/2006/main">
              <a:ext uri="{FF2B5EF4-FFF2-40B4-BE49-F238E27FC236}">
                <a16:creationId xmlns:a16="http://schemas.microsoft.com/office/drawing/2014/main" id="{6E4767A6-F4B0-446A-A8B4-1D82088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06240"/>
            <a:ext cx="9966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Text 3">
            <a:extLst xmlns:a="http://schemas.openxmlformats.org/drawingml/2006/main">
              <a:ext uri="{FF2B5EF4-FFF2-40B4-BE49-F238E27FC236}">
                <a16:creationId xmlns:a16="http://schemas.microsoft.com/office/drawing/2014/main" id="{C2CBB68F-F734-4DDE-A695-2277BFE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조준의 손맛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2" name="Text 4">
            <a:extLst xmlns:a="http://schemas.openxmlformats.org/drawingml/2006/main">
              <a:ext uri="{FF2B5EF4-FFF2-40B4-BE49-F238E27FC236}">
                <a16:creationId xmlns:a16="http://schemas.microsoft.com/office/drawing/2014/main" id="{F2059366-9BF3-4FF9-BCED-FDB7B76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방치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(idle 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알아서 진행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3" name="Shape 5">
            <a:extLst xmlns:a="http://schemas.openxmlformats.org/drawingml/2006/main">
              <a:ext uri="{FF2B5EF4-FFF2-40B4-BE49-F238E27FC236}">
                <a16:creationId xmlns:a16="http://schemas.microsoft.com/office/drawing/2014/main" id="{DC7FDC3A-F135-4024-A8E4-8AFD4CC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Text 6">
            <a:extLst xmlns:a="http://schemas.openxmlformats.org/drawingml/2006/main">
              <a:ext uri="{FF2B5EF4-FFF2-40B4-BE49-F238E27FC236}">
                <a16:creationId xmlns:a16="http://schemas.microsoft.com/office/drawing/2014/main" id="{7E682A49-D3F6-44A5-BDAA-3BB642F6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Cookie Clicker</a:t>
            </a:r>
          </a:p>
        </p:txBody>
      </p:sp>
      <p:sp>
        <p:nvSpPr>
          <p:cNvPr id="115" name="Shape 7">
            <a:extLst xmlns:a="http://schemas.openxmlformats.org/drawingml/2006/main">
              <a:ext uri="{FF2B5EF4-FFF2-40B4-BE49-F238E27FC236}">
                <a16:creationId xmlns:a16="http://schemas.microsoft.com/office/drawing/2014/main" id="{73443CA1-1C41-4C7D-B513-A6AC42B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6" name="Text 8">
            <a:extLst xmlns:a="http://schemas.openxmlformats.org/drawingml/2006/main">
              <a:ext uri="{FF2B5EF4-FFF2-40B4-BE49-F238E27FC236}">
                <a16:creationId xmlns:a16="http://schemas.microsoft.com/office/drawing/2014/main" id="{7F287F57-6202-48EF-9496-A830584D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Timber Rush</a:t>
            </a:r>
          </a:p>
        </p:txBody>
      </p:sp>
      <p:sp>
        <p:nvSpPr>
          <p:cNvPr id="117" name="Shape 9">
            <a:extLst xmlns:a="http://schemas.openxmlformats.org/drawingml/2006/main">
              <a:ext uri="{FF2B5EF4-FFF2-40B4-BE49-F238E27FC236}">
                <a16:creationId xmlns:a16="http://schemas.microsoft.com/office/drawing/2014/main" id="{69D1E483-96E5-47CD-B0B0-F70634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8" name="Text 10">
            <a:extLst xmlns:a="http://schemas.openxmlformats.org/drawingml/2006/main">
              <a:ext uri="{FF2B5EF4-FFF2-40B4-BE49-F238E27FC236}">
                <a16:creationId xmlns:a16="http://schemas.microsoft.com/office/drawing/2014/main" id="{19B7491B-3D8B-41D7-BB61-D74C3E8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Space Rock Breaker</a:t>
            </a:r>
          </a:p>
        </p:txBody>
      </p:sp>
      <p:sp>
        <p:nvSpPr>
          <p:cNvPr id="119" name="Shape 11">
            <a:extLst xmlns:a="http://schemas.openxmlformats.org/drawingml/2006/main">
              <a:ext uri="{FF2B5EF4-FFF2-40B4-BE49-F238E27FC236}">
                <a16:creationId xmlns:a16="http://schemas.microsoft.com/office/drawing/2014/main" id="{F62E4582-477C-4B93-87CD-E0FC582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0" name="Text 12">
            <a:extLst xmlns:a="http://schemas.openxmlformats.org/drawingml/2006/main">
              <a:ext uri="{FF2B5EF4-FFF2-40B4-BE49-F238E27FC236}">
                <a16:creationId xmlns:a16="http://schemas.microsoft.com/office/drawing/2014/main" id="{76C6D18B-8003-40C8-9263-FFCB6D0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TBH: Task Bar Hero</a:t>
            </a:r>
          </a:p>
        </p:txBody>
      </p:sp>
      <p:sp>
        <p:nvSpPr>
          <p:cNvPr id="121" name="Shape 13">
            <a:extLst xmlns:a="http://schemas.openxmlformats.org/drawingml/2006/main">
              <a:ext uri="{FF2B5EF4-FFF2-40B4-BE49-F238E27FC236}">
                <a16:creationId xmlns:a16="http://schemas.microsoft.com/office/drawing/2014/main" id="{CEFB2D6A-CB8A-484E-ACA4-D2F6695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2" name="Text 14">
            <a:extLst xmlns:a="http://schemas.openxmlformats.org/drawingml/2006/main">
              <a:ext uri="{FF2B5EF4-FFF2-40B4-BE49-F238E27FC236}">
                <a16:creationId xmlns:a16="http://schemas.microsoft.com/office/drawing/2014/main" id="{79157D4D-1742-4957-A666-6062128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Rusty's Retirement</a:t>
            </a:r>
          </a:p>
        </p:txBody>
      </p:sp>
      <p:sp>
        <p:nvSpPr>
          <p:cNvPr id="123" name="Shape 15">
            <a:extLst xmlns:a="http://schemas.openxmlformats.org/drawingml/2006/main">
              <a:ext uri="{FF2B5EF4-FFF2-40B4-BE49-F238E27FC236}">
                <a16:creationId xmlns:a16="http://schemas.microsoft.com/office/drawing/2014/main" id="{571E229F-D349-408B-940B-E32A826D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Text 16">
            <a:extLst xmlns:a="http://schemas.openxmlformats.org/drawingml/2006/main">
              <a:ext uri="{FF2B5EF4-FFF2-40B4-BE49-F238E27FC236}">
                <a16:creationId xmlns:a16="http://schemas.microsoft.com/office/drawing/2014/main" id="{335B9F8F-3EE9-46BA-BA4E-17983FB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ICEBREAKER —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중엔 능동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사이엔 방치</a:t>
            </a:r>
          </a:p>
        </p:txBody>
      </p:sp>
      <p:sp>
        <p:nvSpPr>
          <p:cNvPr id="125" name="Shape 17">
            <a:extLst xmlns:a="http://schemas.openxmlformats.org/drawingml/2006/main">
              <a:ext uri="{FF2B5EF4-FFF2-40B4-BE49-F238E27FC236}">
                <a16:creationId xmlns:a16="http://schemas.microsoft.com/office/drawing/2014/main" id="{D4A9B164-3D28-421B-9F0C-E98B4C3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Shape 18">
            <a:extLst xmlns:a="http://schemas.openxmlformats.org/drawingml/2006/main">
              <a:ext uri="{FF2B5EF4-FFF2-40B4-BE49-F238E27FC236}">
                <a16:creationId xmlns:a16="http://schemas.microsoft.com/office/drawing/2014/main" id="{95DE632D-1E05-4CFF-BB3C-CD9FB2E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7" name="Text 19">
            <a:extLst xmlns:a="http://schemas.openxmlformats.org/drawingml/2006/main">
              <a:ext uri="{FF2B5EF4-FFF2-40B4-BE49-F238E27FC236}">
                <a16:creationId xmlns:a16="http://schemas.microsoft.com/office/drawing/2014/main" id="{FCAF8E34-66B1-4F1E-A50C-14F16C2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8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판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(1~8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8" name="Text 20">
            <a:extLst xmlns:a="http://schemas.openxmlformats.org/drawingml/2006/main">
              <a:ext uri="{FF2B5EF4-FFF2-40B4-BE49-F238E27FC236}">
                <a16:creationId xmlns:a16="http://schemas.microsoft.com/office/drawing/2014/main" id="{7A306048-E10E-452F-ACDB-CD1BB384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383280"/>
            <a:ext cx="20113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(15~20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9" name="Shape 21">
            <a:extLst xmlns:a="http://schemas.openxmlformats.org/drawingml/2006/main">
              <a:ext uri="{FF2B5EF4-FFF2-40B4-BE49-F238E27FC236}">
                <a16:creationId xmlns:a16="http://schemas.microsoft.com/office/drawing/2014/main" id="{6823467C-0433-4457-86CA-E2BD771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3880" cy="9140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Text 22">
            <a:extLst xmlns:a="http://schemas.openxmlformats.org/drawingml/2006/main">
              <a:ext uri="{FF2B5EF4-FFF2-40B4-BE49-F238E27FC236}">
                <a16:creationId xmlns:a16="http://schemas.microsoft.com/office/drawing/2014/main" id="{1B816A8B-8221-49BC-B37B-F1048F4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515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001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증분</a:t>
            </a: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(incremental) = 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숫자가 오른다 → 그 숫자로 더 빨리 오르게 만든다 → 새 층이 열린다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의 구조 장르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RPG·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팜 등은 껍데기일 뿐 — 우리 껍데기는 얼음이다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31" name="Text 23">
            <a:extLst xmlns:a="http://schemas.openxmlformats.org/drawingml/2006/main">
              <a:ext uri="{FF2B5EF4-FFF2-40B4-BE49-F238E27FC236}">
                <a16:creationId xmlns:a16="http://schemas.microsoft.com/office/drawing/2014/main" id="{A59DE301-928A-4FCE-B1A5-F0A8D0A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6942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 0">
            <a:extLst xmlns:a="http://schemas.openxmlformats.org/drawingml/2006/main">
              <a:ext uri="{FF2B5EF4-FFF2-40B4-BE49-F238E27FC236}">
                <a16:creationId xmlns:a16="http://schemas.microsoft.com/office/drawing/2014/main" id="{80C80FEA-136D-46EA-B91A-C1276DB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REFERENCES</a:t>
            </a:r>
          </a:p>
        </p:txBody>
      </p:sp>
      <p:sp>
        <p:nvSpPr>
          <p:cNvPr id="133" name="Text 1">
            <a:extLst xmlns:a="http://schemas.openxmlformats.org/drawingml/2006/main">
              <a:ext uri="{FF2B5EF4-FFF2-40B4-BE49-F238E27FC236}">
                <a16:creationId xmlns:a16="http://schemas.microsoft.com/office/drawing/2014/main" id="{5649DEB3-4402-4151-B268-C14B9B59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레퍼런스 — 각각에서 가져오는 것</a:t>
            </a:r>
          </a:p>
        </p:txBody>
      </p:sp>
      <p:sp>
        <p:nvSpPr>
          <p:cNvPr id="134" name="Shape 2">
            <a:extLst xmlns:a="http://schemas.openxmlformats.org/drawingml/2006/main">
              <a:ext uri="{FF2B5EF4-FFF2-40B4-BE49-F238E27FC236}">
                <a16:creationId xmlns:a16="http://schemas.microsoft.com/office/drawing/2014/main" id="{D2835538-D9BD-47DD-9C14-DAD6050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Shape 3">
            <a:extLst xmlns:a="http://schemas.openxmlformats.org/drawingml/2006/main">
              <a:ext uri="{FF2B5EF4-FFF2-40B4-BE49-F238E27FC236}">
                <a16:creationId xmlns:a16="http://schemas.microsoft.com/office/drawing/2014/main" id="{4A610F8F-A774-41A4-A135-92B393E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4">
            <a:extLst xmlns:a="http://schemas.openxmlformats.org/drawingml/2006/main">
              <a:ext uri="{FF2B5EF4-FFF2-40B4-BE49-F238E27FC236}">
                <a16:creationId xmlns:a16="http://schemas.microsoft.com/office/drawing/2014/main" id="{CD296722-55D9-4D35-ADAE-A7126CA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Timber Rush</a:t>
            </a:r>
          </a:p>
        </p:txBody>
      </p:sp>
      <p:sp>
        <p:nvSpPr>
          <p:cNvPr id="137" name="Text 5">
            <a:extLst xmlns:a="http://schemas.openxmlformats.org/drawingml/2006/main">
              <a:ext uri="{FF2B5EF4-FFF2-40B4-BE49-F238E27FC236}">
                <a16:creationId xmlns:a16="http://schemas.microsoft.com/office/drawing/2014/main" id="{FD5CD83E-7A36-4D82-A775-C22E3E8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단일 행동 증분</a:t>
            </a:r>
          </a:p>
        </p:txBody>
      </p:sp>
      <p:sp>
        <p:nvSpPr>
          <p:cNvPr id="138" name="Text 6">
            <a:extLst xmlns:a="http://schemas.openxmlformats.org/drawingml/2006/main">
              <a:ext uri="{FF2B5EF4-FFF2-40B4-BE49-F238E27FC236}">
                <a16:creationId xmlns:a16="http://schemas.microsoft.com/office/drawing/2014/main" id="{301D24FE-C204-4D02-8DFA-FE0AF04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나무 베기 하나가 스킬트리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시너지로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지수 폭증하는 구조</a:t>
            </a:r>
          </a:p>
        </p:txBody>
      </p:sp>
      <p:sp>
        <p:nvSpPr>
          <p:cNvPr id="139" name="Shape 7">
            <a:extLst xmlns:a="http://schemas.openxmlformats.org/drawingml/2006/main">
              <a:ext uri="{FF2B5EF4-FFF2-40B4-BE49-F238E27FC236}">
                <a16:creationId xmlns:a16="http://schemas.microsoft.com/office/drawing/2014/main" id="{77338064-11CD-4418-B7C3-B3B8C55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Text 8">
            <a:extLst xmlns:a="http://schemas.openxmlformats.org/drawingml/2006/main">
              <a:ext uri="{FF2B5EF4-FFF2-40B4-BE49-F238E27FC236}">
                <a16:creationId xmlns:a16="http://schemas.microsoft.com/office/drawing/2014/main" id="{36CABED0-154A-4758-8EAC-920F0C0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41" name="Text 9">
            <a:extLst xmlns:a="http://schemas.openxmlformats.org/drawingml/2006/main">
              <a:ext uri="{FF2B5EF4-FFF2-40B4-BE49-F238E27FC236}">
                <a16:creationId xmlns:a16="http://schemas.microsoft.com/office/drawing/2014/main" id="{EB8DA1AF-A434-426A-B762-F790579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업그레이드 트리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(4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브랜치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지수 폭증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42" name="Text 10">
            <a:extLst xmlns:a="http://schemas.openxmlformats.org/drawingml/2006/main">
              <a:ext uri="{FF2B5EF4-FFF2-40B4-BE49-F238E27FC236}">
                <a16:creationId xmlns:a16="http://schemas.microsoft.com/office/drawing/2014/main" id="{4EBEE2A4-BD65-4D1B-8D3C-764E7EC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매우 긍정적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(Steam)</a:t>
            </a:r>
          </a:p>
        </p:txBody>
      </p:sp>
      <p:sp>
        <p:nvSpPr>
          <p:cNvPr id="143" name="Shape 11">
            <a:extLst xmlns:a="http://schemas.openxmlformats.org/drawingml/2006/main">
              <a:ext uri="{FF2B5EF4-FFF2-40B4-BE49-F238E27FC236}">
                <a16:creationId xmlns:a16="http://schemas.microsoft.com/office/drawing/2014/main" id="{0088A244-F815-4C70-B94D-9C29458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Shape 12">
            <a:extLst xmlns:a="http://schemas.openxmlformats.org/drawingml/2006/main">
              <a:ext uri="{FF2B5EF4-FFF2-40B4-BE49-F238E27FC236}">
                <a16:creationId xmlns:a16="http://schemas.microsoft.com/office/drawing/2014/main" id="{F446F209-AD80-4019-9802-EC7BF27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Text 13">
            <a:extLst xmlns:a="http://schemas.openxmlformats.org/drawingml/2006/main">
              <a:ext uri="{FF2B5EF4-FFF2-40B4-BE49-F238E27FC236}">
                <a16:creationId xmlns:a16="http://schemas.microsoft.com/office/drawing/2014/main" id="{62BCD8EC-00B3-4296-9E07-2B8C170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Space Rock Breaker</a:t>
            </a:r>
          </a:p>
        </p:txBody>
      </p:sp>
      <p:sp>
        <p:nvSpPr>
          <p:cNvPr id="146" name="Text 14">
            <a:extLst xmlns:a="http://schemas.openxmlformats.org/drawingml/2006/main">
              <a:ext uri="{FF2B5EF4-FFF2-40B4-BE49-F238E27FC236}">
                <a16:creationId xmlns:a16="http://schemas.microsoft.com/office/drawing/2014/main" id="{C52DCDB1-1B11-4205-AA68-8BD54F7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완결형 채굴 증분</a:t>
            </a:r>
          </a:p>
        </p:txBody>
      </p:sp>
      <p:sp>
        <p:nvSpPr>
          <p:cNvPr id="147" name="Text 15">
            <a:extLst xmlns:a="http://schemas.openxmlformats.org/drawingml/2006/main">
              <a:ext uri="{FF2B5EF4-FFF2-40B4-BE49-F238E27FC236}">
                <a16:creationId xmlns:a16="http://schemas.microsoft.com/office/drawing/2014/main" id="{C9F5E671-3BA5-4C07-8A1D-1C2804B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소행성 채굴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+ 2~3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시간 완결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짧아서 평점이 극단적으로 높음</a:t>
            </a:r>
          </a:p>
        </p:txBody>
      </p:sp>
      <p:sp>
        <p:nvSpPr>
          <p:cNvPr id="148" name="Shape 16">
            <a:extLst xmlns:a="http://schemas.openxmlformats.org/drawingml/2006/main">
              <a:ext uri="{FF2B5EF4-FFF2-40B4-BE49-F238E27FC236}">
                <a16:creationId xmlns:a16="http://schemas.microsoft.com/office/drawing/2014/main" id="{9B233936-83A4-48DF-A8BC-191A1EA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9" name="Text 17">
            <a:extLst xmlns:a="http://schemas.openxmlformats.org/drawingml/2006/main">
              <a:ext uri="{FF2B5EF4-FFF2-40B4-BE49-F238E27FC236}">
                <a16:creationId xmlns:a16="http://schemas.microsoft.com/office/drawing/2014/main" id="{39009928-53F2-4CDB-9DDA-D34242B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0" name="Text 18">
            <a:extLst xmlns:a="http://schemas.openxmlformats.org/drawingml/2006/main">
              <a:ext uri="{FF2B5EF4-FFF2-40B4-BE49-F238E27FC236}">
                <a16:creationId xmlns:a16="http://schemas.microsoft.com/office/drawing/2014/main" id="{C23D2BB8-2E5C-4501-9E7E-C729D9B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짧은 완결 세션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finishable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결과 화면의 성장 비교</a:t>
            </a:r>
          </a:p>
        </p:txBody>
      </p:sp>
      <p:sp>
        <p:nvSpPr>
          <p:cNvPr id="151" name="Text 19">
            <a:extLst xmlns:a="http://schemas.openxmlformats.org/drawingml/2006/main">
              <a:ext uri="{FF2B5EF4-FFF2-40B4-BE49-F238E27FC236}">
                <a16:creationId xmlns:a16="http://schemas.microsoft.com/office/drawing/2014/main" id="{89CB6240-6AD8-462C-9C2B-FBF39F1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긍정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97% ·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리뷰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3,022</a:t>
            </a:r>
          </a:p>
        </p:txBody>
      </p:sp>
      <p:sp>
        <p:nvSpPr>
          <p:cNvPr id="152" name="Shape 20">
            <a:extLst xmlns:a="http://schemas.openxmlformats.org/drawingml/2006/main">
              <a:ext uri="{FF2B5EF4-FFF2-40B4-BE49-F238E27FC236}">
                <a16:creationId xmlns:a16="http://schemas.microsoft.com/office/drawing/2014/main" id="{6A276CF7-9181-4AE4-B75F-A01C3F1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" name="Shape 21">
            <a:extLst xmlns:a="http://schemas.openxmlformats.org/drawingml/2006/main">
              <a:ext uri="{FF2B5EF4-FFF2-40B4-BE49-F238E27FC236}">
                <a16:creationId xmlns:a16="http://schemas.microsoft.com/office/drawing/2014/main" id="{B2240A54-F973-4AA5-AACC-6AE2F82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4" name="Text 22">
            <a:extLst xmlns:a="http://schemas.openxmlformats.org/drawingml/2006/main">
              <a:ext uri="{FF2B5EF4-FFF2-40B4-BE49-F238E27FC236}">
                <a16:creationId xmlns:a16="http://schemas.microsoft.com/office/drawing/2014/main" id="{207470DB-BB0C-42C5-885E-0A4F294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Rusty's Retirement</a:t>
            </a:r>
          </a:p>
        </p:txBody>
      </p:sp>
      <p:sp>
        <p:nvSpPr>
          <p:cNvPr id="155" name="Text 23">
            <a:extLst xmlns:a="http://schemas.openxmlformats.org/drawingml/2006/main">
              <a:ext uri="{FF2B5EF4-FFF2-40B4-BE49-F238E27FC236}">
                <a16:creationId xmlns:a16="http://schemas.microsoft.com/office/drawing/2014/main" id="{FABBD88F-1C1F-489C-965C-578B3AD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화면 하단 상주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156" name="Text 24">
            <a:extLst xmlns:a="http://schemas.openxmlformats.org/drawingml/2006/main">
              <a:ext uri="{FF2B5EF4-FFF2-40B4-BE49-F238E27FC236}">
                <a16:creationId xmlns:a16="http://schemas.microsoft.com/office/drawing/2014/main" id="{9A1E588C-4422-4249-9D79-A15050BC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작업 화면 아래 자리잡는 형식의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원형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솔로 개발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 장</a:t>
            </a:r>
          </a:p>
        </p:txBody>
      </p:sp>
      <p:sp>
        <p:nvSpPr>
          <p:cNvPr id="157" name="Shape 25">
            <a:extLst xmlns:a="http://schemas.openxmlformats.org/drawingml/2006/main">
              <a:ext uri="{FF2B5EF4-FFF2-40B4-BE49-F238E27FC236}">
                <a16:creationId xmlns:a16="http://schemas.microsoft.com/office/drawing/2014/main" id="{7C35E600-A264-42E3-97A8-DFC058F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8" name="Text 26">
            <a:extLst xmlns:a="http://schemas.openxmlformats.org/drawingml/2006/main">
              <a:ext uri="{FF2B5EF4-FFF2-40B4-BE49-F238E27FC236}">
                <a16:creationId xmlns:a16="http://schemas.microsoft.com/office/drawing/2014/main" id="{2EDA3D79-8448-4A4F-B17F-812DCFA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9" name="Text 27">
            <a:extLst xmlns:a="http://schemas.openxmlformats.org/drawingml/2006/main">
              <a:ext uri="{FF2B5EF4-FFF2-40B4-BE49-F238E27FC236}">
                <a16:creationId xmlns:a16="http://schemas.microsoft.com/office/drawing/2014/main" id="{4CA853C4-0672-4CD8-A0C5-48A1155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문법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불간섭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원칙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프리미엄 가격 모델</a:t>
            </a:r>
          </a:p>
        </p:txBody>
      </p:sp>
      <p:sp>
        <p:nvSpPr>
          <p:cNvPr id="160" name="Text 28">
            <a:extLst xmlns:a="http://schemas.openxmlformats.org/drawingml/2006/main">
              <a:ext uri="{FF2B5EF4-FFF2-40B4-BE49-F238E27FC236}">
                <a16:creationId xmlns:a16="http://schemas.microsoft.com/office/drawing/2014/main" id="{C37AA5BF-DD1C-413C-BBC2-B517957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 장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· $7</a:t>
            </a:r>
          </a:p>
        </p:txBody>
      </p:sp>
      <p:sp>
        <p:nvSpPr>
          <p:cNvPr id="161" name="Shape 29">
            <a:extLst xmlns:a="http://schemas.openxmlformats.org/drawingml/2006/main">
              <a:ext uri="{FF2B5EF4-FFF2-40B4-BE49-F238E27FC236}">
                <a16:creationId xmlns:a16="http://schemas.microsoft.com/office/drawing/2014/main" id="{A371ED8D-385B-4E70-B59C-4192E2A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Shape 30">
            <a:extLst xmlns:a="http://schemas.openxmlformats.org/drawingml/2006/main">
              <a:ext uri="{FF2B5EF4-FFF2-40B4-BE49-F238E27FC236}">
                <a16:creationId xmlns:a16="http://schemas.microsoft.com/office/drawing/2014/main" id="{82C0FE81-3183-47DF-B082-C25D256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" name="Text 31">
            <a:extLst xmlns:a="http://schemas.openxmlformats.org/drawingml/2006/main">
              <a:ext uri="{FF2B5EF4-FFF2-40B4-BE49-F238E27FC236}">
                <a16:creationId xmlns:a16="http://schemas.microsoft.com/office/drawing/2014/main" id="{04FC734F-2EC6-4A59-8BAB-A63DF5E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TBH: Task Bar Hero</a:t>
            </a:r>
          </a:p>
        </p:txBody>
      </p:sp>
      <p:sp>
        <p:nvSpPr>
          <p:cNvPr id="164" name="Text 32">
            <a:extLst xmlns:a="http://schemas.openxmlformats.org/drawingml/2006/main">
              <a:ext uri="{FF2B5EF4-FFF2-40B4-BE49-F238E27FC236}">
                <a16:creationId xmlns:a16="http://schemas.microsoft.com/office/drawing/2014/main" id="{BAC594D2-E695-461D-96BD-62ECF71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바이럴</a:t>
            </a:r>
          </a:p>
        </p:txBody>
      </p:sp>
      <p:sp>
        <p:nvSpPr>
          <p:cNvPr id="165" name="Text 33">
            <a:extLst xmlns:a="http://schemas.openxmlformats.org/drawingml/2006/main">
              <a:ext uri="{FF2B5EF4-FFF2-40B4-BE49-F238E27FC236}">
                <a16:creationId xmlns:a16="http://schemas.microsoft.com/office/drawing/2014/main" id="{293FF9FB-DB91-4867-A032-957BFD3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RPG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 동접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현금화 경제로 평판 붕괴</a:t>
            </a:r>
          </a:p>
        </p:txBody>
      </p:sp>
      <p:sp>
        <p:nvSpPr>
          <p:cNvPr id="166" name="Shape 34">
            <a:extLst xmlns:a="http://schemas.openxmlformats.org/drawingml/2006/main">
              <a:ext uri="{FF2B5EF4-FFF2-40B4-BE49-F238E27FC236}">
                <a16:creationId xmlns:a16="http://schemas.microsoft.com/office/drawing/2014/main" id="{CA43DC39-4944-4BCC-BACE-FC99936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7" name="Text 35">
            <a:extLst xmlns:a="http://schemas.openxmlformats.org/drawingml/2006/main">
              <a:ext uri="{FF2B5EF4-FFF2-40B4-BE49-F238E27FC236}">
                <a16:creationId xmlns:a16="http://schemas.microsoft.com/office/drawing/2014/main" id="{E3B67842-7B14-44DE-924B-06276AB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68" name="Text 36">
            <a:extLst xmlns:a="http://schemas.openxmlformats.org/drawingml/2006/main">
              <a:ext uri="{FF2B5EF4-FFF2-40B4-BE49-F238E27FC236}">
                <a16:creationId xmlns:a16="http://schemas.microsoft.com/office/drawing/2014/main" id="{A8CE42BC-099E-4970-8132-C06374A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줄 피치의 확산력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현금화는 반면교사로 배제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69" name="Text 37">
            <a:extLst xmlns:a="http://schemas.openxmlformats.org/drawingml/2006/main">
              <a:ext uri="{FF2B5EF4-FFF2-40B4-BE49-F238E27FC236}">
                <a16:creationId xmlns:a16="http://schemas.microsoft.com/office/drawing/2014/main" id="{56CE93A0-FAED-4675-9FCC-77C5AC9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동접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+ · Steam 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170" name="Text 38">
            <a:extLst xmlns:a="http://schemas.openxmlformats.org/drawingml/2006/main">
              <a:ext uri="{FF2B5EF4-FFF2-40B4-BE49-F238E27FC236}">
                <a16:creationId xmlns:a16="http://schemas.microsoft.com/office/drawing/2014/main" id="{3E9177D5-8A56-466B-ADFF-ADD7DB7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0936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네 레퍼런스의 교집합에 우리 게임이 있다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단일 행동의 손맛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완결되는 판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 taskbar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상주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건전한 프리미엄 모델</a:t>
            </a:r>
          </a:p>
        </p:txBody>
      </p:sp>
      <p:sp>
        <p:nvSpPr>
          <p:cNvPr id="171" name="Text 39">
            <a:extLst xmlns:a="http://schemas.openxmlformats.org/drawingml/2006/main">
              <a:ext uri="{FF2B5EF4-FFF2-40B4-BE49-F238E27FC236}">
                <a16:creationId xmlns:a16="http://schemas.microsoft.com/office/drawing/2014/main" id="{DFEA1FEC-CDD0-40A8-BD29-781BEA8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6491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A22E5986-75B1-41EB-89D0-D157CBED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CORE LOOP</a:t>
            </a:r>
          </a:p>
        </p:txBody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A5857377-7203-4A5A-9FF9-31ED53C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 — 순환 구조</a:t>
            </a:r>
          </a:p>
        </p:txBody>
      </p:sp>
      <p:sp>
        <p:nvSpPr>
          <p:cNvPr id="174" name="Shape 2">
            <a:extLst xmlns:a="http://schemas.openxmlformats.org/drawingml/2006/main">
              <a:ext uri="{FF2B5EF4-FFF2-40B4-BE49-F238E27FC236}">
                <a16:creationId xmlns:a16="http://schemas.microsoft.com/office/drawing/2014/main" id="{FCB3EB7D-05E5-4094-9417-AFAC20A9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a30e8e8324d86"/>
          <a:stretch xmlns:a="http://schemas.openxmlformats.org/drawingml/2006/main"/>
        </p:blipFill>
        <p:spPr>
          <a:xfrm xmlns:a="http://schemas.openxmlformats.org/drawingml/2006/main">
            <a:off x="352044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6" name="Text 3">
            <a:extLst xmlns:a="http://schemas.openxmlformats.org/drawingml/2006/main">
              <a:ext uri="{FF2B5EF4-FFF2-40B4-BE49-F238E27FC236}">
                <a16:creationId xmlns:a16="http://schemas.microsoft.com/office/drawing/2014/main" id="{DE437785-2012-4F31-8BF4-DC339BF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깬다</a:t>
            </a:r>
          </a:p>
        </p:txBody>
      </p:sp>
      <p:sp>
        <p:nvSpPr>
          <p:cNvPr id="177" name="Text 4">
            <a:extLst xmlns:a="http://schemas.openxmlformats.org/drawingml/2006/main">
              <a:ext uri="{FF2B5EF4-FFF2-40B4-BE49-F238E27FC236}">
                <a16:creationId xmlns:a16="http://schemas.microsoft.com/office/drawing/2014/main" id="{B34386F3-7B73-4DD3-8DD3-E83EF84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60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178" name="Text 5">
            <a:extLst xmlns:a="http://schemas.openxmlformats.org/drawingml/2006/main">
              <a:ext uri="{FF2B5EF4-FFF2-40B4-BE49-F238E27FC236}">
                <a16:creationId xmlns:a16="http://schemas.microsoft.com/office/drawing/2014/main" id="{8C20B19E-94C7-430A-AA65-7A69C57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스테이지를 떠다니는 얼음을 클릭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깰수록 넓게 · 깊게 · 골드</a:t>
            </a:r>
          </a:p>
        </p:txBody>
      </p:sp>
      <p:sp>
        <p:nvSpPr>
          <p:cNvPr id="179" name="Shape 6">
            <a:extLst xmlns:a="http://schemas.openxmlformats.org/drawingml/2006/main">
              <a:ext uri="{FF2B5EF4-FFF2-40B4-BE49-F238E27FC236}">
                <a16:creationId xmlns:a16="http://schemas.microsoft.com/office/drawing/2014/main" id="{F72B9E4C-1CBF-438F-93B5-F3CDB73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247ebe36f4704"/>
          <a:stretch xmlns:a="http://schemas.openxmlformats.org/drawingml/2006/main"/>
        </p:blipFill>
        <p:spPr>
          <a:xfrm xmlns:a="http://schemas.openxmlformats.org/drawingml/2006/main">
            <a:off x="754380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1" name="Text 7">
            <a:extLst xmlns:a="http://schemas.openxmlformats.org/drawingml/2006/main">
              <a:ext uri="{FF2B5EF4-FFF2-40B4-BE49-F238E27FC236}">
                <a16:creationId xmlns:a16="http://schemas.microsoft.com/office/drawing/2014/main" id="{1BB15909-0547-4E5F-8C69-DE0E8F61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타임업</a:t>
            </a:r>
          </a:p>
        </p:txBody>
      </p:sp>
      <p:sp>
        <p:nvSpPr>
          <p:cNvPr id="182" name="Text 8">
            <a:extLst xmlns:a="http://schemas.openxmlformats.org/drawingml/2006/main">
              <a:ext uri="{FF2B5EF4-FFF2-40B4-BE49-F238E27FC236}">
                <a16:creationId xmlns:a16="http://schemas.microsoft.com/office/drawing/2014/main" id="{C5EFB7CC-9832-4449-8FFD-52ACDCF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초 종료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183" name="Text 9">
            <a:extLst xmlns:a="http://schemas.openxmlformats.org/drawingml/2006/main">
              <a:ext uri="{FF2B5EF4-FFF2-40B4-BE49-F238E27FC236}">
                <a16:creationId xmlns:a16="http://schemas.microsoft.com/office/drawing/2014/main" id="{6FA1978D-6EB2-4246-9B6C-8739923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최고 재질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최대 연쇄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성장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%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184" name="Shape 10">
            <a:extLst xmlns:a="http://schemas.openxmlformats.org/drawingml/2006/main">
              <a:ext uri="{FF2B5EF4-FFF2-40B4-BE49-F238E27FC236}">
                <a16:creationId xmlns:a16="http://schemas.microsoft.com/office/drawing/2014/main" id="{A7F32135-B857-4BC5-8D38-8EB3AD5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7e1d580ad4b8c"/>
          <a:stretch xmlns:a="http://schemas.openxmlformats.org/drawingml/2006/main"/>
        </p:blipFill>
        <p:spPr>
          <a:xfrm xmlns:a="http://schemas.openxmlformats.org/drawingml/2006/main">
            <a:off x="754380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6" name="Text 11">
            <a:extLst xmlns:a="http://schemas.openxmlformats.org/drawingml/2006/main">
              <a:ext uri="{FF2B5EF4-FFF2-40B4-BE49-F238E27FC236}">
                <a16:creationId xmlns:a16="http://schemas.microsoft.com/office/drawing/2014/main" id="{71FE1F75-7315-4850-BA6C-32C926B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187" name="Text 12">
            <a:extLst xmlns:a="http://schemas.openxmlformats.org/drawingml/2006/main">
              <a:ext uri="{FF2B5EF4-FFF2-40B4-BE49-F238E27FC236}">
                <a16:creationId xmlns:a16="http://schemas.microsoft.com/office/drawing/2014/main" id="{4A217160-86BD-4D76-A492-56B6A184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188" name="Text 13">
            <a:extLst xmlns:a="http://schemas.openxmlformats.org/drawingml/2006/main">
              <a:ext uri="{FF2B5EF4-FFF2-40B4-BE49-F238E27FC236}">
                <a16:creationId xmlns:a16="http://schemas.microsoft.com/office/drawing/2014/main" id="{8422C88F-71CF-40CB-8B65-040A061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다음 스테이지가 재빙결되는 동안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유저는 자기 일을 한다</a:t>
            </a:r>
          </a:p>
        </p:txBody>
      </p:sp>
      <p:sp>
        <p:nvSpPr>
          <p:cNvPr id="189" name="Shape 14">
            <a:extLst xmlns:a="http://schemas.openxmlformats.org/drawingml/2006/main">
              <a:ext uri="{FF2B5EF4-FFF2-40B4-BE49-F238E27FC236}">
                <a16:creationId xmlns:a16="http://schemas.microsoft.com/office/drawing/2014/main" id="{6D3AFE2B-F74E-4463-B887-684A46C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cf08304194163"/>
          <a:stretch xmlns:a="http://schemas.openxmlformats.org/drawingml/2006/main"/>
        </p:blipFill>
        <p:spPr>
          <a:xfrm xmlns:a="http://schemas.openxmlformats.org/drawingml/2006/main">
            <a:off x="352044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1" name="Text 15">
            <a:extLst xmlns:a="http://schemas.openxmlformats.org/drawingml/2006/main">
              <a:ext uri="{FF2B5EF4-FFF2-40B4-BE49-F238E27FC236}">
                <a16:creationId xmlns:a16="http://schemas.microsoft.com/office/drawing/2014/main" id="{7E4717DB-6751-4EA4-9103-BE7DB26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192" name="Text 16">
            <a:extLst xmlns:a="http://schemas.openxmlformats.org/drawingml/2006/main">
              <a:ext uri="{FF2B5EF4-FFF2-40B4-BE49-F238E27FC236}">
                <a16:creationId xmlns:a16="http://schemas.microsoft.com/office/drawing/2014/main" id="{CE286046-60A6-4E4E-9A88-61C5139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트리를 키우고</a:t>
            </a:r>
          </a:p>
        </p:txBody>
      </p:sp>
      <p:sp>
        <p:nvSpPr>
          <p:cNvPr id="193" name="Text 17">
            <a:extLst xmlns:a="http://schemas.openxmlformats.org/drawingml/2006/main">
              <a:ext uri="{FF2B5EF4-FFF2-40B4-BE49-F238E27FC236}">
                <a16:creationId xmlns:a16="http://schemas.microsoft.com/office/drawing/2014/main" id="{2F9BE20B-E567-4FA1-9C8D-4ABA78A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골드로 트리 해금 (스테이지 사이)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같은 60초, 동시에 더 많이</a:t>
            </a:r>
          </a:p>
        </p:txBody>
      </p:sp>
      <p:sp>
        <p:nvSpPr>
          <p:cNvPr id="194" name="Shape 18">
            <a:extLst xmlns:a="http://schemas.openxmlformats.org/drawingml/2006/main">
              <a:ext uri="{FF2B5EF4-FFF2-40B4-BE49-F238E27FC236}">
                <a16:creationId xmlns:a16="http://schemas.microsoft.com/office/drawing/2014/main" id="{D2CF9146-1CAE-401B-9CF2-0FD0D98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326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5" name="Shape 19">
            <a:extLst xmlns:a="http://schemas.openxmlformats.org/drawingml/2006/main">
              <a:ext uri="{FF2B5EF4-FFF2-40B4-BE49-F238E27FC236}">
                <a16:creationId xmlns:a16="http://schemas.microsoft.com/office/drawing/2014/main" id="{49303B04-13C7-4884-8704-BB27C6C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6" name="Shape 20">
            <a:extLst xmlns:a="http://schemas.openxmlformats.org/drawingml/2006/main">
              <a:ext uri="{FF2B5EF4-FFF2-40B4-BE49-F238E27FC236}">
                <a16:creationId xmlns:a16="http://schemas.microsoft.com/office/drawing/2014/main" id="{B6E81465-601A-4C10-BD3F-5F07F08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0720" y="50292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7" name="Shape 21">
            <a:extLst xmlns:a="http://schemas.openxmlformats.org/drawingml/2006/main">
              <a:ext uri="{FF2B5EF4-FFF2-40B4-BE49-F238E27FC236}">
                <a16:creationId xmlns:a16="http://schemas.microsoft.com/office/drawing/2014/main" id="{2633C943-F34C-42CE-8EF5-53B0D7E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8056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8" name="Text 22">
            <a:extLst xmlns:a="http://schemas.openxmlformats.org/drawingml/2006/main">
              <a:ext uri="{FF2B5EF4-FFF2-40B4-BE49-F238E27FC236}">
                <a16:creationId xmlns:a16="http://schemas.microsoft.com/office/drawing/2014/main" id="{B3FD6148-7A7E-43D4-A9DD-FF76FFE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4884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종료</a:t>
            </a:r>
          </a:p>
        </p:txBody>
      </p:sp>
      <p:sp>
        <p:nvSpPr>
          <p:cNvPr id="199" name="Text 23">
            <a:extLst xmlns:a="http://schemas.openxmlformats.org/drawingml/2006/main">
              <a:ext uri="{FF2B5EF4-FFF2-40B4-BE49-F238E27FC236}">
                <a16:creationId xmlns:a16="http://schemas.microsoft.com/office/drawing/2014/main" id="{E930DE31-541E-4007-9882-D2532F7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15541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정산 후</a:t>
            </a:r>
          </a:p>
        </p:txBody>
      </p:sp>
      <p:sp>
        <p:nvSpPr>
          <p:cNvPr id="200" name="Text 24">
            <a:extLst xmlns:a="http://schemas.openxmlformats.org/drawingml/2006/main">
              <a:ext uri="{FF2B5EF4-FFF2-40B4-BE49-F238E27FC236}">
                <a16:creationId xmlns:a16="http://schemas.microsoft.com/office/drawing/2014/main" id="{D277E893-1D4A-468A-8038-8B22C9D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120640"/>
            <a:ext cx="146268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재빙결 완료</a:t>
            </a:r>
          </a:p>
        </p:txBody>
      </p:sp>
      <p:sp>
        <p:nvSpPr>
          <p:cNvPr id="201" name="Text 25">
            <a:extLst xmlns:a="http://schemas.openxmlformats.org/drawingml/2006/main">
              <a:ext uri="{FF2B5EF4-FFF2-40B4-BE49-F238E27FC236}">
                <a16:creationId xmlns:a16="http://schemas.microsoft.com/office/drawing/2014/main" id="{BD22783C-0F33-4842-94D0-7941A83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65760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트리 강화</a:t>
            </a:r>
          </a:p>
        </p:txBody>
      </p:sp>
      <p:sp>
        <p:nvSpPr>
          <p:cNvPr id="202" name="Shape 26">
            <a:extLst xmlns:a="http://schemas.openxmlformats.org/drawingml/2006/main">
              <a:ext uri="{FF2B5EF4-FFF2-40B4-BE49-F238E27FC236}">
                <a16:creationId xmlns:a16="http://schemas.microsoft.com/office/drawing/2014/main" id="{4367D4FC-1CD0-4B60-9846-0EE19CC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2285640" cy="2194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3" name="Text 27">
            <a:extLst xmlns:a="http://schemas.openxmlformats.org/drawingml/2006/main">
              <a:ext uri="{FF2B5EF4-FFF2-40B4-BE49-F238E27FC236}">
                <a16:creationId xmlns:a16="http://schemas.microsoft.com/office/drawing/2014/main" id="{E7D9FF8F-0866-4FD6-B14D-FE9130C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828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능동 국면</a:t>
            </a:r>
          </a:p>
        </p:txBody>
      </p:sp>
      <p:sp>
        <p:nvSpPr>
          <p:cNvPr id="204" name="Text 28">
            <a:extLst xmlns:a="http://schemas.openxmlformats.org/drawingml/2006/main">
              <a:ext uri="{FF2B5EF4-FFF2-40B4-BE49-F238E27FC236}">
                <a16:creationId xmlns:a16="http://schemas.microsoft.com/office/drawing/2014/main" id="{60EAD18E-96F3-4D4E-9917-AE0A45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187416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손맛과 폭증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증분의 도파민은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전부 여기에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5" name="Shape 29">
            <a:extLst xmlns:a="http://schemas.openxmlformats.org/drawingml/2006/main">
              <a:ext uri="{FF2B5EF4-FFF2-40B4-BE49-F238E27FC236}">
                <a16:creationId xmlns:a16="http://schemas.microsoft.com/office/drawing/2014/main" id="{828FF517-0DB1-4571-BC2D-2D07E90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377440"/>
            <a:ext cx="1691280" cy="21942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6" name="Text 30">
            <a:extLst xmlns:a="http://schemas.openxmlformats.org/drawingml/2006/main">
              <a:ext uri="{FF2B5EF4-FFF2-40B4-BE49-F238E27FC236}">
                <a16:creationId xmlns:a16="http://schemas.microsoft.com/office/drawing/2014/main" id="{BBF81991-7AAD-468F-A2DE-2E0AAD6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560320"/>
            <a:ext cx="13712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방치 국면</a:t>
            </a:r>
          </a:p>
        </p:txBody>
      </p:sp>
      <p:sp>
        <p:nvSpPr>
          <p:cNvPr id="207" name="Text 31">
            <a:extLst xmlns:a="http://schemas.openxmlformats.org/drawingml/2006/main">
              <a:ext uri="{FF2B5EF4-FFF2-40B4-BE49-F238E27FC236}">
                <a16:creationId xmlns:a16="http://schemas.microsoft.com/office/drawing/2014/main" id="{70FB28BD-59F3-49F8-B459-571BD82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926080"/>
            <a:ext cx="13712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복귀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게임은 조용히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다음을 준비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8" name="Text 32">
            <a:extLst xmlns:a="http://schemas.openxmlformats.org/drawingml/2006/main">
              <a:ext uri="{FF2B5EF4-FFF2-40B4-BE49-F238E27FC236}">
                <a16:creationId xmlns:a16="http://schemas.microsoft.com/office/drawing/2014/main" id="{C326B6D9-E3DF-42DC-8642-97B10B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383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Text 0">
            <a:extLst xmlns:a="http://schemas.openxmlformats.org/drawingml/2006/main">
              <a:ext uri="{FF2B5EF4-FFF2-40B4-BE49-F238E27FC236}">
                <a16:creationId xmlns:a16="http://schemas.microsoft.com/office/drawing/2014/main" id="{DEE08698-4E52-4145-98C1-C40A51E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ACTIVE</a:t>
            </a:r>
          </a:p>
        </p:txBody>
      </p:sp>
      <p:sp>
        <p:nvSpPr>
          <p:cNvPr id="210" name="Text 1">
            <a:extLst xmlns:a="http://schemas.openxmlformats.org/drawingml/2006/main">
              <a:ext uri="{FF2B5EF4-FFF2-40B4-BE49-F238E27FC236}">
                <a16:creationId xmlns:a16="http://schemas.microsoft.com/office/drawing/2014/main" id="{270F77E9-42D1-4F77-BBC4-079555E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60초의 진행 — 스테이지 안에서 얼음이 떠다닌다</a:t>
            </a:r>
          </a:p>
        </p:txBody>
      </p:sp>
      <p:sp>
        <p:nvSpPr>
          <p:cNvPr id="211" name="Shape 2">
            <a:extLst xmlns:a="http://schemas.openxmlformats.org/drawingml/2006/main">
              <a:ext uri="{FF2B5EF4-FFF2-40B4-BE49-F238E27FC236}">
                <a16:creationId xmlns:a16="http://schemas.microsoft.com/office/drawing/2014/main" id="{E5799A59-F940-45F4-B657-7DBAD11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hape 3">
            <a:extLst xmlns:a="http://schemas.openxmlformats.org/drawingml/2006/main">
              <a:ext uri="{FF2B5EF4-FFF2-40B4-BE49-F238E27FC236}">
                <a16:creationId xmlns:a16="http://schemas.microsoft.com/office/drawing/2014/main" id="{81D1C7DD-2046-4C8C-8F81-6978095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6156">
            <a:off x="2327259" y="2613183"/>
            <a:ext cx="267585" cy="280806"/>
          </a:xfrm>
          <a:prstGeom xmlns:a="http://schemas.openxmlformats.org/drawingml/2006/main" prst="roundRect">
            <a:avLst>
              <a:gd name="adj" fmla="val 284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Shape 4">
            <a:extLst xmlns:a="http://schemas.openxmlformats.org/drawingml/2006/main">
              <a:ext uri="{FF2B5EF4-FFF2-40B4-BE49-F238E27FC236}">
                <a16:creationId xmlns:a16="http://schemas.microsoft.com/office/drawing/2014/main" id="{A229ACBD-E2EE-4EB2-8800-786EB01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62894">
            <a:off x="2411823" y="2082543"/>
            <a:ext cx="297232" cy="242959"/>
          </a:xfrm>
          <a:prstGeom xmlns:a="http://schemas.openxmlformats.org/drawingml/2006/main" prst="roundRect">
            <a:avLst>
              <a:gd name="adj" fmla="val 3136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4" name="Shape 5">
            <a:extLst xmlns:a="http://schemas.openxmlformats.org/drawingml/2006/main">
              <a:ext uri="{FF2B5EF4-FFF2-40B4-BE49-F238E27FC236}">
                <a16:creationId xmlns:a16="http://schemas.microsoft.com/office/drawing/2014/main" id="{6F55E387-37F2-4AD8-8566-9E26983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42297">
            <a:off x="1603326" y="2070547"/>
            <a:ext cx="307666" cy="273366"/>
          </a:xfrm>
          <a:prstGeom xmlns:a="http://schemas.openxmlformats.org/drawingml/2006/main" prst="roundRect">
            <a:avLst>
              <a:gd name="adj" fmla="val 278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5" name="Shape 6">
            <a:extLst xmlns:a="http://schemas.openxmlformats.org/drawingml/2006/main">
              <a:ext uri="{FF2B5EF4-FFF2-40B4-BE49-F238E27FC236}">
                <a16:creationId xmlns:a16="http://schemas.microsoft.com/office/drawing/2014/main" id="{4E538B29-1E96-4EEA-845A-857EB393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588">
            <a:off x="2647077" y="2751255"/>
            <a:ext cx="237840" cy="197712"/>
          </a:xfrm>
          <a:prstGeom xmlns:a="http://schemas.openxmlformats.org/drawingml/2006/main" prst="roundRect">
            <a:avLst>
              <a:gd name="adj" fmla="val 3854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Shape 7">
            <a:extLst xmlns:a="http://schemas.openxmlformats.org/drawingml/2006/main">
              <a:ext uri="{FF2B5EF4-FFF2-40B4-BE49-F238E27FC236}">
                <a16:creationId xmlns:a16="http://schemas.microsoft.com/office/drawing/2014/main" id="{70A5E1BD-6FD6-4A8F-A31E-38FE7F6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4245">
            <a:off x="1327613" y="2547054"/>
            <a:ext cx="321202" cy="199377"/>
          </a:xfrm>
          <a:prstGeom xmlns:a="http://schemas.openxmlformats.org/drawingml/2006/main" prst="roundRect">
            <a:avLst>
              <a:gd name="adj" fmla="val 3821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7" name="Shape 8">
            <a:extLst xmlns:a="http://schemas.openxmlformats.org/drawingml/2006/main">
              <a:ext uri="{FF2B5EF4-FFF2-40B4-BE49-F238E27FC236}">
                <a16:creationId xmlns:a16="http://schemas.microsoft.com/office/drawing/2014/main" id="{37743506-9128-4C77-B988-CF63F004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0146">
            <a:off x="1361279" y="2830208"/>
            <a:ext cx="320993" cy="202212"/>
          </a:xfrm>
          <a:prstGeom xmlns:a="http://schemas.openxmlformats.org/drawingml/2006/main" prst="roundRect">
            <a:avLst>
              <a:gd name="adj" fmla="val 3768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8" name="Shape 9">
            <a:extLst xmlns:a="http://schemas.openxmlformats.org/drawingml/2006/main">
              <a:ext uri="{FF2B5EF4-FFF2-40B4-BE49-F238E27FC236}">
                <a16:creationId xmlns:a16="http://schemas.microsoft.com/office/drawing/2014/main" id="{2168F2EB-9BE9-496D-963E-1AD0ED0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8910">
            <a:off x="1700072" y="2548584"/>
            <a:ext cx="261895" cy="248165"/>
          </a:xfrm>
          <a:prstGeom xmlns:a="http://schemas.openxmlformats.org/drawingml/2006/main" prst="roundRect">
            <a:avLst>
              <a:gd name="adj" fmla="val 30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9" name="Shape 10">
            <a:extLst xmlns:a="http://schemas.openxmlformats.org/drawingml/2006/main">
              <a:ext uri="{FF2B5EF4-FFF2-40B4-BE49-F238E27FC236}">
                <a16:creationId xmlns:a16="http://schemas.microsoft.com/office/drawing/2014/main" id="{6621F019-30CE-42CB-916D-C184075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8522">
            <a:off x="2207962" y="3052289"/>
            <a:ext cx="270904" cy="200843"/>
          </a:xfrm>
          <a:prstGeom xmlns:a="http://schemas.openxmlformats.org/drawingml/2006/main" prst="roundRect">
            <a:avLst>
              <a:gd name="adj" fmla="val 379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0" name="Shape 11">
            <a:extLst xmlns:a="http://schemas.openxmlformats.org/drawingml/2006/main">
              <a:ext uri="{FF2B5EF4-FFF2-40B4-BE49-F238E27FC236}">
                <a16:creationId xmlns:a16="http://schemas.microsoft.com/office/drawing/2014/main" id="{4A9364EA-5F2D-4FA6-9FC9-0E1E5484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282">
            <a:off x="1325711" y="2177426"/>
            <a:ext cx="239120" cy="229994"/>
          </a:xfrm>
          <a:prstGeom xmlns:a="http://schemas.openxmlformats.org/drawingml/2006/main" prst="roundRect">
            <a:avLst>
              <a:gd name="adj" fmla="val 331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Shape 12">
            <a:extLst xmlns:a="http://schemas.openxmlformats.org/drawingml/2006/main">
              <a:ext uri="{FF2B5EF4-FFF2-40B4-BE49-F238E27FC236}">
                <a16:creationId xmlns:a16="http://schemas.microsoft.com/office/drawing/2014/main" id="{93467FBA-549F-4518-AC89-4CF3F20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6082">
            <a:off x="2000942" y="2233633"/>
            <a:ext cx="290752" cy="242219"/>
          </a:xfrm>
          <a:prstGeom xmlns:a="http://schemas.openxmlformats.org/drawingml/2006/main" prst="roundRect">
            <a:avLst>
              <a:gd name="adj" fmla="val 3145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2" name="Shape 13">
            <a:extLst xmlns:a="http://schemas.openxmlformats.org/drawingml/2006/main">
              <a:ext uri="{FF2B5EF4-FFF2-40B4-BE49-F238E27FC236}">
                <a16:creationId xmlns:a16="http://schemas.microsoft.com/office/drawing/2014/main" id="{B719ED7A-D450-4F80-A960-3732EF7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6700">
            <a:off x="1006712" y="2087111"/>
            <a:ext cx="271409" cy="235504"/>
          </a:xfrm>
          <a:prstGeom xmlns:a="http://schemas.openxmlformats.org/drawingml/2006/main" prst="roundRect">
            <a:avLst>
              <a:gd name="adj" fmla="val 3235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3" name="Shape 14">
            <a:extLst xmlns:a="http://schemas.openxmlformats.org/drawingml/2006/main">
              <a:ext uri="{FF2B5EF4-FFF2-40B4-BE49-F238E27FC236}">
                <a16:creationId xmlns:a16="http://schemas.microsoft.com/office/drawing/2014/main" id="{D45C78D4-7637-4586-9229-8089B432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9322">
            <a:off x="1856094" y="3032150"/>
            <a:ext cx="310571" cy="233439"/>
          </a:xfrm>
          <a:prstGeom xmlns:a="http://schemas.openxmlformats.org/drawingml/2006/main" prst="roundRect">
            <a:avLst>
              <a:gd name="adj" fmla="val 3264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4" name="Shape 15">
            <a:extLst xmlns:a="http://schemas.openxmlformats.org/drawingml/2006/main">
              <a:ext uri="{FF2B5EF4-FFF2-40B4-BE49-F238E27FC236}">
                <a16:creationId xmlns:a16="http://schemas.microsoft.com/office/drawing/2014/main" id="{14D5C497-F0E0-4567-9EF6-DD726F5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8170">
            <a:off x="1029198" y="2469948"/>
            <a:ext cx="253640" cy="269923"/>
          </a:xfrm>
          <a:prstGeom xmlns:a="http://schemas.openxmlformats.org/drawingml/2006/main" prst="roundRect">
            <a:avLst>
              <a:gd name="adj" fmla="val 3004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5" name="Shape 16">
            <a:extLst xmlns:a="http://schemas.openxmlformats.org/drawingml/2006/main">
              <a:ext uri="{FF2B5EF4-FFF2-40B4-BE49-F238E27FC236}">
                <a16:creationId xmlns:a16="http://schemas.microsoft.com/office/drawing/2014/main" id="{7476150A-BE68-4457-BA83-C28A122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8195">
            <a:off x="936814" y="2855003"/>
            <a:ext cx="301637" cy="259735"/>
          </a:xfrm>
          <a:prstGeom xmlns:a="http://schemas.openxmlformats.org/drawingml/2006/main" prst="roundRect">
            <a:avLst>
              <a:gd name="adj" fmla="val 293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Shape 17">
            <a:extLst xmlns:a="http://schemas.openxmlformats.org/drawingml/2006/main">
              <a:ext uri="{FF2B5EF4-FFF2-40B4-BE49-F238E27FC236}">
                <a16:creationId xmlns:a16="http://schemas.microsoft.com/office/drawing/2014/main" id="{E9A139CE-3561-4BA9-8E24-9281CF9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4699">
            <a:off x="1973095" y="1985408"/>
            <a:ext cx="244036" cy="211778"/>
          </a:xfrm>
          <a:prstGeom xmlns:a="http://schemas.openxmlformats.org/drawingml/2006/main" prst="roundRect">
            <a:avLst>
              <a:gd name="adj" fmla="val 3598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7" name="Shape 18">
            <a:extLst xmlns:a="http://schemas.openxmlformats.org/drawingml/2006/main">
              <a:ext uri="{FF2B5EF4-FFF2-40B4-BE49-F238E27FC236}">
                <a16:creationId xmlns:a16="http://schemas.microsoft.com/office/drawing/2014/main" id="{181F898B-26CD-494C-A6C5-E9DCAA4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65439">
            <a:off x="2529230" y="3030055"/>
            <a:ext cx="286543" cy="234176"/>
          </a:xfrm>
          <a:prstGeom xmlns:a="http://schemas.openxmlformats.org/drawingml/2006/main" prst="roundRect">
            <a:avLst>
              <a:gd name="adj" fmla="val 325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8" name="Shape 19">
            <a:extLst xmlns:a="http://schemas.openxmlformats.org/drawingml/2006/main">
              <a:ext uri="{FF2B5EF4-FFF2-40B4-BE49-F238E27FC236}">
                <a16:creationId xmlns:a16="http://schemas.microsoft.com/office/drawing/2014/main" id="{9192C660-0ED3-4B7D-AE6F-CC74494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1809">
            <a:off x="2011403" y="2643738"/>
            <a:ext cx="257311" cy="208581"/>
          </a:xfrm>
          <a:prstGeom xmlns:a="http://schemas.openxmlformats.org/drawingml/2006/main" prst="roundRect">
            <a:avLst>
              <a:gd name="adj" fmla="val 365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9" name="Shape 20">
            <a:extLst xmlns:a="http://schemas.openxmlformats.org/drawingml/2006/main">
              <a:ext uri="{FF2B5EF4-FFF2-40B4-BE49-F238E27FC236}">
                <a16:creationId xmlns:a16="http://schemas.microsoft.com/office/drawing/2014/main" id="{79915AAC-ACFF-4F1D-B98A-9176FA9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9883">
            <a:off x="2707548" y="2425437"/>
            <a:ext cx="233850" cy="287307"/>
          </a:xfrm>
          <a:prstGeom xmlns:a="http://schemas.openxmlformats.org/drawingml/2006/main" prst="roundRect">
            <a:avLst>
              <a:gd name="adj" fmla="val 325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0" name="Shape 21">
            <a:extLst xmlns:a="http://schemas.openxmlformats.org/drawingml/2006/main">
              <a:ext uri="{FF2B5EF4-FFF2-40B4-BE49-F238E27FC236}">
                <a16:creationId xmlns:a16="http://schemas.microsoft.com/office/drawing/2014/main" id="{77ED192D-ED83-4E46-A63D-4883A56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9348">
            <a:off x="1477427" y="3064573"/>
            <a:ext cx="218481" cy="235715"/>
          </a:xfrm>
          <a:prstGeom xmlns:a="http://schemas.openxmlformats.org/drawingml/2006/main" prst="roundRect">
            <a:avLst>
              <a:gd name="adj" fmla="val 348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1" name="Shape 22">
            <a:extLst xmlns:a="http://schemas.openxmlformats.org/drawingml/2006/main">
              <a:ext uri="{FF2B5EF4-FFF2-40B4-BE49-F238E27FC236}">
                <a16:creationId xmlns:a16="http://schemas.microsoft.com/office/drawing/2014/main" id="{6EE96E70-09B7-4A11-B494-280934DB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0263">
            <a:off x="1038568" y="2798084"/>
            <a:ext cx="247729" cy="239274"/>
          </a:xfrm>
          <a:prstGeom xmlns:a="http://schemas.openxmlformats.org/drawingml/2006/main" prst="roundRect">
            <a:avLst>
              <a:gd name="adj" fmla="val 3184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2" name="Text 23">
            <a:extLst xmlns:a="http://schemas.openxmlformats.org/drawingml/2006/main">
              <a:ext uri="{FF2B5EF4-FFF2-40B4-BE49-F238E27FC236}">
                <a16:creationId xmlns:a16="http://schemas.microsoft.com/office/drawing/2014/main" id="{AD44D511-2EDB-408D-BD1E-3029825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① 판 시작</a:t>
            </a:r>
          </a:p>
        </p:txBody>
      </p:sp>
      <p:sp>
        <p:nvSpPr>
          <p:cNvPr id="233" name="Text 24">
            <a:extLst xmlns:a="http://schemas.openxmlformats.org/drawingml/2006/main">
              <a:ext uri="{FF2B5EF4-FFF2-40B4-BE49-F238E27FC236}">
                <a16:creationId xmlns:a16="http://schemas.microsoft.com/office/drawing/2014/main" id="{029AE3FA-CF65-4030-A8CF-F967EC7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여러 얼음이 자유 위치에 스폰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(첫 판은 전부 T1 백빙)</a:t>
            </a:r>
          </a:p>
        </p:txBody>
      </p:sp>
      <p:sp>
        <p:nvSpPr>
          <p:cNvPr id="234" name="Shape 25">
            <a:extLst xmlns:a="http://schemas.openxmlformats.org/drawingml/2006/main">
              <a:ext uri="{FF2B5EF4-FFF2-40B4-BE49-F238E27FC236}">
                <a16:creationId xmlns:a16="http://schemas.microsoft.com/office/drawing/2014/main" id="{C66E552E-228A-4FE0-9678-4DCE2AF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2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5" name="Shape 26">
            <a:extLst xmlns:a="http://schemas.openxmlformats.org/drawingml/2006/main">
              <a:ext uri="{FF2B5EF4-FFF2-40B4-BE49-F238E27FC236}">
                <a16:creationId xmlns:a16="http://schemas.microsoft.com/office/drawing/2014/main" id="{F4D7D2A2-0629-48C3-9EE2-83AC55E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6" name="Shape 27">
            <a:extLst xmlns:a="http://schemas.openxmlformats.org/drawingml/2006/main">
              <a:ext uri="{FF2B5EF4-FFF2-40B4-BE49-F238E27FC236}">
                <a16:creationId xmlns:a16="http://schemas.microsoft.com/office/drawing/2014/main" id="{06F54D0C-8F61-49B7-9307-074C7CD7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277">
            <a:off x="4702114" y="2646646"/>
            <a:ext cx="267629" cy="290310"/>
          </a:xfrm>
          <a:prstGeom xmlns:a="http://schemas.openxmlformats.org/drawingml/2006/main" prst="roundRect">
            <a:avLst>
              <a:gd name="adj" fmla="val 2847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Shape 28">
            <a:extLst xmlns:a="http://schemas.openxmlformats.org/drawingml/2006/main">
              <a:ext uri="{FF2B5EF4-FFF2-40B4-BE49-F238E27FC236}">
                <a16:creationId xmlns:a16="http://schemas.microsoft.com/office/drawing/2014/main" id="{BDD97C57-38A0-4EDF-AE8A-38EB9B9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6982">
            <a:off x="5214882" y="2618746"/>
            <a:ext cx="268396" cy="288121"/>
          </a:xfrm>
          <a:prstGeom xmlns:a="http://schemas.openxmlformats.org/drawingml/2006/main" prst="roundRect">
            <a:avLst>
              <a:gd name="adj" fmla="val 283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Shape 29">
            <a:extLst xmlns:a="http://schemas.openxmlformats.org/drawingml/2006/main">
              <a:ext uri="{FF2B5EF4-FFF2-40B4-BE49-F238E27FC236}">
                <a16:creationId xmlns:a16="http://schemas.microsoft.com/office/drawing/2014/main" id="{7EA7D29E-FEBD-44CE-85FE-F0E9D415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9111">
            <a:off x="4511245" y="2020567"/>
            <a:ext cx="245227" cy="240342"/>
          </a:xfrm>
          <a:prstGeom xmlns:a="http://schemas.openxmlformats.org/drawingml/2006/main" prst="roundRect">
            <a:avLst>
              <a:gd name="adj" fmla="val 31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Shape 30">
            <a:extLst xmlns:a="http://schemas.openxmlformats.org/drawingml/2006/main">
              <a:ext uri="{FF2B5EF4-FFF2-40B4-BE49-F238E27FC236}">
                <a16:creationId xmlns:a16="http://schemas.microsoft.com/office/drawing/2014/main" id="{E20BE093-81AA-4AC7-A333-69D928B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4141">
            <a:off x="5545855" y="3080183"/>
            <a:ext cx="291114" cy="213759"/>
          </a:xfrm>
          <a:prstGeom xmlns:a="http://schemas.openxmlformats.org/drawingml/2006/main" prst="roundRect">
            <a:avLst>
              <a:gd name="adj" fmla="val 3564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0" name="Shape 31">
            <a:extLst xmlns:a="http://schemas.openxmlformats.org/drawingml/2006/main">
              <a:ext uri="{FF2B5EF4-FFF2-40B4-BE49-F238E27FC236}">
                <a16:creationId xmlns:a16="http://schemas.microsoft.com/office/drawing/2014/main" id="{57A32E66-E47F-496B-8C3C-B33D99B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6429">
            <a:off x="5529658" y="2485235"/>
            <a:ext cx="285893" cy="258347"/>
          </a:xfrm>
          <a:prstGeom xmlns:a="http://schemas.openxmlformats.org/drawingml/2006/main" prst="roundRect">
            <a:avLst>
              <a:gd name="adj" fmla="val 294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1" name="Shape 32">
            <a:extLst xmlns:a="http://schemas.openxmlformats.org/drawingml/2006/main">
              <a:ext uri="{FF2B5EF4-FFF2-40B4-BE49-F238E27FC236}">
                <a16:creationId xmlns:a16="http://schemas.microsoft.com/office/drawing/2014/main" id="{35800236-FB54-4239-A1D0-60B6D00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522">
            <a:off x="3966719" y="2992767"/>
            <a:ext cx="314479" cy="255058"/>
          </a:xfrm>
          <a:prstGeom xmlns:a="http://schemas.openxmlformats.org/drawingml/2006/main" prst="roundRect">
            <a:avLst>
              <a:gd name="adj" fmla="val 2987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2" name="Shape 33">
            <a:extLst xmlns:a="http://schemas.openxmlformats.org/drawingml/2006/main">
              <a:ext uri="{FF2B5EF4-FFF2-40B4-BE49-F238E27FC236}">
                <a16:creationId xmlns:a16="http://schemas.microsoft.com/office/drawing/2014/main" id="{65C1E0B1-E396-4254-BCCA-7D3B356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8587">
            <a:off x="3929700" y="2566399"/>
            <a:ext cx="315219" cy="213271"/>
          </a:xfrm>
          <a:prstGeom xmlns:a="http://schemas.openxmlformats.org/drawingml/2006/main" prst="roundRect">
            <a:avLst>
              <a:gd name="adj" fmla="val 3572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3" name="Shape 34">
            <a:extLst xmlns:a="http://schemas.openxmlformats.org/drawingml/2006/main">
              <a:ext uri="{FF2B5EF4-FFF2-40B4-BE49-F238E27FC236}">
                <a16:creationId xmlns:a16="http://schemas.microsoft.com/office/drawing/2014/main" id="{923AA1EF-113E-4047-9239-7220F35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5746">
            <a:off x="4011545" y="2117487"/>
            <a:ext cx="241409" cy="232052"/>
          </a:xfrm>
          <a:prstGeom xmlns:a="http://schemas.openxmlformats.org/drawingml/2006/main" prst="roundRect">
            <a:avLst>
              <a:gd name="adj" fmla="val 328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Shape 35">
            <a:extLst xmlns:a="http://schemas.openxmlformats.org/drawingml/2006/main">
              <a:ext uri="{FF2B5EF4-FFF2-40B4-BE49-F238E27FC236}">
                <a16:creationId xmlns:a16="http://schemas.microsoft.com/office/drawing/2014/main" id="{797EE00D-E5A0-4364-92F2-9D24F7E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736">
            <a:off x="4817548" y="2226266"/>
            <a:ext cx="244885" cy="207115"/>
          </a:xfrm>
          <a:prstGeom xmlns:a="http://schemas.openxmlformats.org/drawingml/2006/main" prst="roundRect">
            <a:avLst>
              <a:gd name="adj" fmla="val 367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5" name="Shape 36">
            <a:extLst xmlns:a="http://schemas.openxmlformats.org/drawingml/2006/main">
              <a:ext uri="{FF2B5EF4-FFF2-40B4-BE49-F238E27FC236}">
                <a16:creationId xmlns:a16="http://schemas.microsoft.com/office/drawing/2014/main" id="{ED3FBC69-EEF8-42F1-9712-86F4FF3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175">
            <a:off x="4285273" y="2552567"/>
            <a:ext cx="299398" cy="243492"/>
          </a:xfrm>
          <a:prstGeom xmlns:a="http://schemas.openxmlformats.org/drawingml/2006/main" prst="roundRect">
            <a:avLst>
              <a:gd name="adj" fmla="val 312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6" name="Shape 37">
            <a:extLst xmlns:a="http://schemas.openxmlformats.org/drawingml/2006/main">
              <a:ext uri="{FF2B5EF4-FFF2-40B4-BE49-F238E27FC236}">
                <a16:creationId xmlns:a16="http://schemas.microsoft.com/office/drawing/2014/main" id="{589477D7-3137-40BA-92CB-BBA40B0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711">
            <a:off x="5140459" y="2239241"/>
            <a:ext cx="213042" cy="279044"/>
          </a:xfrm>
          <a:prstGeom xmlns:a="http://schemas.openxmlformats.org/drawingml/2006/main" prst="roundRect">
            <a:avLst>
              <a:gd name="adj" fmla="val 3576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Shape 38">
            <a:extLst xmlns:a="http://schemas.openxmlformats.org/drawingml/2006/main">
              <a:ext uri="{FF2B5EF4-FFF2-40B4-BE49-F238E27FC236}">
                <a16:creationId xmlns:a16="http://schemas.microsoft.com/office/drawing/2014/main" id="{9E1439C8-510E-4E0D-AF90-B6D09AC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0416">
            <a:off x="4937290" y="3001898"/>
            <a:ext cx="213066" cy="282040"/>
          </a:xfrm>
          <a:prstGeom xmlns:a="http://schemas.openxmlformats.org/drawingml/2006/main" prst="roundRect">
            <a:avLst>
              <a:gd name="adj" fmla="val 3576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8" name="Shape 39">
            <a:extLst xmlns:a="http://schemas.openxmlformats.org/drawingml/2006/main">
              <a:ext uri="{FF2B5EF4-FFF2-40B4-BE49-F238E27FC236}">
                <a16:creationId xmlns:a16="http://schemas.microsoft.com/office/drawing/2014/main" id="{4BFD6157-A31D-4A86-8D5F-9A099FE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9715">
            <a:off x="4384124" y="2960714"/>
            <a:ext cx="236232" cy="227229"/>
          </a:xfrm>
          <a:prstGeom xmlns:a="http://schemas.openxmlformats.org/drawingml/2006/main" prst="roundRect">
            <a:avLst>
              <a:gd name="adj" fmla="val 3353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Shape 40">
            <a:extLst xmlns:a="http://schemas.openxmlformats.org/drawingml/2006/main">
              <a:ext uri="{FF2B5EF4-FFF2-40B4-BE49-F238E27FC236}">
                <a16:creationId xmlns:a16="http://schemas.microsoft.com/office/drawing/2014/main" id="{DCCA9FC7-E8C9-4D76-A0BC-4FF943F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440">
            <a:off x="5433344" y="2165016"/>
            <a:ext cx="252303" cy="230811"/>
          </a:xfrm>
          <a:prstGeom xmlns:a="http://schemas.openxmlformats.org/drawingml/2006/main" prst="roundRect">
            <a:avLst>
              <a:gd name="adj" fmla="val 3301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0" name="Shape 41">
            <a:extLst xmlns:a="http://schemas.openxmlformats.org/drawingml/2006/main">
              <a:ext uri="{FF2B5EF4-FFF2-40B4-BE49-F238E27FC236}">
                <a16:creationId xmlns:a16="http://schemas.microsoft.com/office/drawing/2014/main" id="{1F656E70-42C1-4C23-A367-89E47EC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1916">
            <a:off x="5229598" y="2970509"/>
            <a:ext cx="280494" cy="282311"/>
          </a:xfrm>
          <a:prstGeom xmlns:a="http://schemas.openxmlformats.org/drawingml/2006/main" prst="roundRect">
            <a:avLst>
              <a:gd name="adj" fmla="val 2716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1" name="Shape 42">
            <a:extLst xmlns:a="http://schemas.openxmlformats.org/drawingml/2006/main">
              <a:ext uri="{FF2B5EF4-FFF2-40B4-BE49-F238E27FC236}">
                <a16:creationId xmlns:a16="http://schemas.microsoft.com/office/drawing/2014/main" id="{F46F6428-9BFF-4F08-A179-BC60B41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720">
            <a:off x="5566559" y="2814167"/>
            <a:ext cx="215289" cy="235673"/>
          </a:xfrm>
          <a:prstGeom xmlns:a="http://schemas.openxmlformats.org/drawingml/2006/main" prst="roundRect">
            <a:avLst>
              <a:gd name="adj" fmla="val 353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2" name="Text 43">
            <a:extLst xmlns:a="http://schemas.openxmlformats.org/drawingml/2006/main">
              <a:ext uri="{FF2B5EF4-FFF2-40B4-BE49-F238E27FC236}">
                <a16:creationId xmlns:a16="http://schemas.microsoft.com/office/drawing/2014/main" id="{E20F7C91-BA76-47E6-857E-3FC4C89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② 파괴 → 리필</a:t>
            </a:r>
          </a:p>
        </p:txBody>
      </p:sp>
      <p:sp>
        <p:nvSpPr>
          <p:cNvPr id="253" name="Text 44">
            <a:extLst xmlns:a="http://schemas.openxmlformats.org/drawingml/2006/main">
              <a:ext uri="{FF2B5EF4-FFF2-40B4-BE49-F238E27FC236}">
                <a16:creationId xmlns:a16="http://schemas.microsoft.com/office/drawing/2014/main" id="{2CDCFD07-D727-4F69-8F7D-80F6AAF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위치가 잠시 비었다가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빈 공간에 새 얼음이 스폰된다</a:t>
            </a:r>
          </a:p>
        </p:txBody>
      </p:sp>
      <p:sp>
        <p:nvSpPr>
          <p:cNvPr id="254" name="Shape 45">
            <a:extLst xmlns:a="http://schemas.openxmlformats.org/drawingml/2006/main">
              <a:ext uri="{FF2B5EF4-FFF2-40B4-BE49-F238E27FC236}">
                <a16:creationId xmlns:a16="http://schemas.microsoft.com/office/drawing/2014/main" id="{FF889E9D-7269-46AA-99EF-C67D6E8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0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5" name="Shape 46">
            <a:extLst xmlns:a="http://schemas.openxmlformats.org/drawingml/2006/main">
              <a:ext uri="{FF2B5EF4-FFF2-40B4-BE49-F238E27FC236}">
                <a16:creationId xmlns:a16="http://schemas.microsoft.com/office/drawing/2014/main" id="{DB0182BD-38DF-44AB-A39F-328719A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6" name="Shape 47">
            <a:extLst xmlns:a="http://schemas.openxmlformats.org/drawingml/2006/main">
              <a:ext uri="{FF2B5EF4-FFF2-40B4-BE49-F238E27FC236}">
                <a16:creationId xmlns:a16="http://schemas.microsoft.com/office/drawing/2014/main" id="{9148DE69-E160-45F6-887A-AE16A2B3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290">
            <a:off x="7076998" y="2751739"/>
            <a:ext cx="267674" cy="195038"/>
          </a:xfrm>
          <a:prstGeom xmlns:a="http://schemas.openxmlformats.org/drawingml/2006/main" prst="roundRect">
            <a:avLst>
              <a:gd name="adj" fmla="val 390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Shape 48">
            <a:extLst xmlns:a="http://schemas.openxmlformats.org/drawingml/2006/main">
              <a:ext uri="{FF2B5EF4-FFF2-40B4-BE49-F238E27FC236}">
                <a16:creationId xmlns:a16="http://schemas.microsoft.com/office/drawing/2014/main" id="{882BF89B-6CF1-4276-9D6C-967DCA9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1071">
            <a:off x="8013105" y="2103828"/>
            <a:ext cx="239559" cy="228508"/>
          </a:xfrm>
          <a:prstGeom xmlns:a="http://schemas.openxmlformats.org/drawingml/2006/main" prst="roundRect">
            <a:avLst>
              <a:gd name="adj" fmla="val 333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8" name="Shape 49">
            <a:extLst xmlns:a="http://schemas.openxmlformats.org/drawingml/2006/main">
              <a:ext uri="{FF2B5EF4-FFF2-40B4-BE49-F238E27FC236}">
                <a16:creationId xmlns:a16="http://schemas.microsoft.com/office/drawing/2014/main" id="{CE9967D1-423A-42F0-86C4-A393EE2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075">
            <a:off x="7376581" y="1967404"/>
            <a:ext cx="297087" cy="207319"/>
          </a:xfrm>
          <a:prstGeom xmlns:a="http://schemas.openxmlformats.org/drawingml/2006/main" prst="roundRect">
            <a:avLst>
              <a:gd name="adj" fmla="val 3675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9" name="Shape 50">
            <a:extLst xmlns:a="http://schemas.openxmlformats.org/drawingml/2006/main">
              <a:ext uri="{FF2B5EF4-FFF2-40B4-BE49-F238E27FC236}">
                <a16:creationId xmlns:a16="http://schemas.microsoft.com/office/drawing/2014/main" id="{7EB12FCB-A477-4E7D-83F8-71C65C0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8695">
            <a:off x="8557027" y="2276784"/>
            <a:ext cx="230089" cy="229806"/>
          </a:xfrm>
          <a:prstGeom xmlns:a="http://schemas.openxmlformats.org/drawingml/2006/main" prst="roundRect">
            <a:avLst>
              <a:gd name="adj" fmla="val 3315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Shape 51">
            <a:extLst xmlns:a="http://schemas.openxmlformats.org/drawingml/2006/main">
              <a:ext uri="{FF2B5EF4-FFF2-40B4-BE49-F238E27FC236}">
                <a16:creationId xmlns:a16="http://schemas.microsoft.com/office/drawing/2014/main" id="{F77800B0-8C3D-42E6-9F3E-F877782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2913">
            <a:off x="7791391" y="2703766"/>
            <a:ext cx="250584" cy="212542"/>
          </a:xfrm>
          <a:prstGeom xmlns:a="http://schemas.openxmlformats.org/drawingml/2006/main" prst="roundRect">
            <a:avLst>
              <a:gd name="adj" fmla="val 3585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Shape 52">
            <a:extLst xmlns:a="http://schemas.openxmlformats.org/drawingml/2006/main">
              <a:ext uri="{FF2B5EF4-FFF2-40B4-BE49-F238E27FC236}">
                <a16:creationId xmlns:a16="http://schemas.microsoft.com/office/drawing/2014/main" id="{C115AF9B-CD78-46DC-87D0-A43B185E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5213">
            <a:off x="8255953" y="2833401"/>
            <a:ext cx="307691" cy="223026"/>
          </a:xfrm>
          <a:prstGeom xmlns:a="http://schemas.openxmlformats.org/drawingml/2006/main" prst="roundRect">
            <a:avLst>
              <a:gd name="adj" fmla="val 3416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Shape 53">
            <a:extLst xmlns:a="http://schemas.openxmlformats.org/drawingml/2006/main">
              <a:ext uri="{FF2B5EF4-FFF2-40B4-BE49-F238E27FC236}">
                <a16:creationId xmlns:a16="http://schemas.microsoft.com/office/drawing/2014/main" id="{D5FD3090-84EE-41F0-97CB-8C15F0DA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9554">
            <a:off x="7647027" y="3087788"/>
            <a:ext cx="258532" cy="198163"/>
          </a:xfrm>
          <a:prstGeom xmlns:a="http://schemas.openxmlformats.org/drawingml/2006/main" prst="roundRect">
            <a:avLst>
              <a:gd name="adj" fmla="val 3845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3" name="Shape 54">
            <a:extLst xmlns:a="http://schemas.openxmlformats.org/drawingml/2006/main">
              <a:ext uri="{FF2B5EF4-FFF2-40B4-BE49-F238E27FC236}">
                <a16:creationId xmlns:a16="http://schemas.microsoft.com/office/drawing/2014/main" id="{29FFA42D-5843-4B5E-818A-5610970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971">
            <a:off x="7543335" y="2327957"/>
            <a:ext cx="283441" cy="246853"/>
          </a:xfrm>
          <a:prstGeom xmlns:a="http://schemas.openxmlformats.org/drawingml/2006/main" prst="roundRect">
            <a:avLst>
              <a:gd name="adj" fmla="val 308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4" name="Shape 55">
            <a:extLst xmlns:a="http://schemas.openxmlformats.org/drawingml/2006/main">
              <a:ext uri="{FF2B5EF4-FFF2-40B4-BE49-F238E27FC236}">
                <a16:creationId xmlns:a16="http://schemas.microsoft.com/office/drawing/2014/main" id="{80EAB1E2-6C57-4F23-90EC-10B3C86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7506">
            <a:off x="7373996" y="2643970"/>
            <a:ext cx="250650" cy="289011"/>
          </a:xfrm>
          <a:prstGeom xmlns:a="http://schemas.openxmlformats.org/drawingml/2006/main" prst="roundRect">
            <a:avLst>
              <a:gd name="adj" fmla="val 3040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5" name="Shape 56">
            <a:extLst xmlns:a="http://schemas.openxmlformats.org/drawingml/2006/main">
              <a:ext uri="{FF2B5EF4-FFF2-40B4-BE49-F238E27FC236}">
                <a16:creationId xmlns:a16="http://schemas.microsoft.com/office/drawing/2014/main" id="{AB169600-A7A8-4D28-8562-9E114C4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9781">
            <a:off x="6829335" y="1957395"/>
            <a:ext cx="249624" cy="275501"/>
          </a:xfrm>
          <a:prstGeom xmlns:a="http://schemas.openxmlformats.org/drawingml/2006/main" prst="roundRect">
            <a:avLst>
              <a:gd name="adj" fmla="val 3052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6" name="Shape 57">
            <a:extLst xmlns:a="http://schemas.openxmlformats.org/drawingml/2006/main">
              <a:ext uri="{FF2B5EF4-FFF2-40B4-BE49-F238E27FC236}">
                <a16:creationId xmlns:a16="http://schemas.microsoft.com/office/drawing/2014/main" id="{026A4003-FB7B-4D4E-A2A0-02F75700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5780">
            <a:off x="6808083" y="3021760"/>
            <a:ext cx="305554" cy="259705"/>
          </a:xfrm>
          <a:prstGeom xmlns:a="http://schemas.openxmlformats.org/drawingml/2006/main" prst="roundRect">
            <a:avLst>
              <a:gd name="adj" fmla="val 2934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7" name="Shape 58">
            <a:extLst xmlns:a="http://schemas.openxmlformats.org/drawingml/2006/main">
              <a:ext uri="{FF2B5EF4-FFF2-40B4-BE49-F238E27FC236}">
                <a16:creationId xmlns:a16="http://schemas.microsoft.com/office/drawing/2014/main" id="{DF8287AF-B8DB-4816-83A3-33D63C4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4087">
            <a:off x="6842007" y="2266743"/>
            <a:ext cx="221463" cy="292120"/>
          </a:xfrm>
          <a:prstGeom xmlns:a="http://schemas.openxmlformats.org/drawingml/2006/main" prst="roundRect">
            <a:avLst>
              <a:gd name="adj" fmla="val 3440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8" name="Shape 59">
            <a:extLst xmlns:a="http://schemas.openxmlformats.org/drawingml/2006/main">
              <a:ext uri="{FF2B5EF4-FFF2-40B4-BE49-F238E27FC236}">
                <a16:creationId xmlns:a16="http://schemas.microsoft.com/office/drawing/2014/main" id="{8BFB4933-5DAB-4D77-8740-60ACD75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776">
            <a:off x="8152362" y="2533169"/>
            <a:ext cx="264217" cy="261468"/>
          </a:xfrm>
          <a:prstGeom xmlns:a="http://schemas.openxmlformats.org/drawingml/2006/main" prst="roundRect">
            <a:avLst>
              <a:gd name="adj" fmla="val 2914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9" name="Shape 60">
            <a:extLst xmlns:a="http://schemas.openxmlformats.org/drawingml/2006/main">
              <a:ext uri="{FF2B5EF4-FFF2-40B4-BE49-F238E27FC236}">
                <a16:creationId xmlns:a16="http://schemas.microsoft.com/office/drawing/2014/main" id="{796DA68A-B4C4-43F5-AA88-DABA763D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5433">
            <a:off x="7259227" y="3002599"/>
            <a:ext cx="297246" cy="278930"/>
          </a:xfrm>
          <a:prstGeom xmlns:a="http://schemas.openxmlformats.org/drawingml/2006/main" prst="roundRect">
            <a:avLst>
              <a:gd name="adj" fmla="val 2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Shape 61">
            <a:extLst xmlns:a="http://schemas.openxmlformats.org/drawingml/2006/main">
              <a:ext uri="{FF2B5EF4-FFF2-40B4-BE49-F238E27FC236}">
                <a16:creationId xmlns:a16="http://schemas.microsoft.com/office/drawing/2014/main" id="{BEF1C034-078E-45D4-8C32-561D609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576">
            <a:off x="8426510" y="1976069"/>
            <a:ext cx="304600" cy="245754"/>
          </a:xfrm>
          <a:prstGeom xmlns:a="http://schemas.openxmlformats.org/drawingml/2006/main" prst="roundRect">
            <a:avLst>
              <a:gd name="adj" fmla="val 3100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1" name="Shape 62">
            <a:extLst xmlns:a="http://schemas.openxmlformats.org/drawingml/2006/main">
              <a:ext uri="{FF2B5EF4-FFF2-40B4-BE49-F238E27FC236}">
                <a16:creationId xmlns:a16="http://schemas.microsoft.com/office/drawing/2014/main" id="{3D516863-03A1-46AF-86AA-71489EE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3567">
            <a:off x="7151443" y="2381484"/>
            <a:ext cx="308112" cy="193394"/>
          </a:xfrm>
          <a:prstGeom xmlns:a="http://schemas.openxmlformats.org/drawingml/2006/main" prst="roundRect">
            <a:avLst>
              <a:gd name="adj" fmla="val 3940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2" name="Shape 63">
            <a:extLst xmlns:a="http://schemas.openxmlformats.org/drawingml/2006/main">
              <a:ext uri="{FF2B5EF4-FFF2-40B4-BE49-F238E27FC236}">
                <a16:creationId xmlns:a16="http://schemas.microsoft.com/office/drawing/2014/main" id="{A0E6A55D-AB1C-445E-930F-D6E92AB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7787">
            <a:off x="8435783" y="3096956"/>
            <a:ext cx="284554" cy="203986"/>
          </a:xfrm>
          <a:prstGeom xmlns:a="http://schemas.openxmlformats.org/drawingml/2006/main" prst="roundRect">
            <a:avLst>
              <a:gd name="adj" fmla="val 3735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3" name="Shape 64">
            <a:extLst xmlns:a="http://schemas.openxmlformats.org/drawingml/2006/main">
              <a:ext uri="{FF2B5EF4-FFF2-40B4-BE49-F238E27FC236}">
                <a16:creationId xmlns:a16="http://schemas.microsoft.com/office/drawing/2014/main" id="{AD8A97DF-E32B-406E-B68F-D63E289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7258">
            <a:off x="8556459" y="2582155"/>
            <a:ext cx="224915" cy="209852"/>
          </a:xfrm>
          <a:prstGeom xmlns:a="http://schemas.openxmlformats.org/drawingml/2006/main" prst="roundRect">
            <a:avLst>
              <a:gd name="adj" fmla="val 363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4" name="Shape 65">
            <a:extLst xmlns:a="http://schemas.openxmlformats.org/drawingml/2006/main">
              <a:ext uri="{FF2B5EF4-FFF2-40B4-BE49-F238E27FC236}">
                <a16:creationId xmlns:a16="http://schemas.microsoft.com/office/drawing/2014/main" id="{27228E38-FF38-48B0-B085-C8738AB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7864">
            <a:off x="7844718" y="2153647"/>
            <a:ext cx="300265" cy="277432"/>
          </a:xfrm>
          <a:prstGeom xmlns:a="http://schemas.openxmlformats.org/drawingml/2006/main" prst="roundRect">
            <a:avLst>
              <a:gd name="adj" fmla="val 2746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5" name="Shape 66">
            <a:extLst xmlns:a="http://schemas.openxmlformats.org/drawingml/2006/main">
              <a:ext uri="{FF2B5EF4-FFF2-40B4-BE49-F238E27FC236}">
                <a16:creationId xmlns:a16="http://schemas.microsoft.com/office/drawing/2014/main" id="{C0AD8BF2-05B0-4B36-A2B9-9D6B7AF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6012">
            <a:off x="7954862" y="2971421"/>
            <a:ext cx="217192" cy="268041"/>
          </a:xfrm>
          <a:prstGeom xmlns:a="http://schemas.openxmlformats.org/drawingml/2006/main" prst="roundRect">
            <a:avLst>
              <a:gd name="adj" fmla="val 3508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6" name="Text 67">
            <a:extLst xmlns:a="http://schemas.openxmlformats.org/drawingml/2006/main">
              <a:ext uri="{FF2B5EF4-FFF2-40B4-BE49-F238E27FC236}">
                <a16:creationId xmlns:a16="http://schemas.microsoft.com/office/drawing/2014/main" id="{BA5ACAA7-CB8F-4858-A955-EFAFAF4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③ 심도 상승</a:t>
            </a:r>
          </a:p>
        </p:txBody>
      </p:sp>
      <p:sp>
        <p:nvSpPr>
          <p:cNvPr id="277" name="Text 68">
            <a:extLst xmlns:a="http://schemas.openxmlformats.org/drawingml/2006/main">
              <a:ext uri="{FF2B5EF4-FFF2-40B4-BE49-F238E27FC236}">
                <a16:creationId xmlns:a16="http://schemas.microsoft.com/office/drawing/2014/main" id="{239C8A58-2FB6-4ABD-B553-140E56F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누적으로 심도 ↑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단단·비싼 얼음이 부유</a:t>
            </a:r>
          </a:p>
        </p:txBody>
      </p:sp>
      <p:sp>
        <p:nvSpPr>
          <p:cNvPr id="278" name="Shape 69">
            <a:extLst xmlns:a="http://schemas.openxmlformats.org/drawingml/2006/main">
              <a:ext uri="{FF2B5EF4-FFF2-40B4-BE49-F238E27FC236}">
                <a16:creationId xmlns:a16="http://schemas.microsoft.com/office/drawing/2014/main" id="{A9EABB56-DCEF-43F7-98DA-10BF6895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28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9" name="Shape 70">
            <a:extLst xmlns:a="http://schemas.openxmlformats.org/drawingml/2006/main">
              <a:ext uri="{FF2B5EF4-FFF2-40B4-BE49-F238E27FC236}">
                <a16:creationId xmlns:a16="http://schemas.microsoft.com/office/drawing/2014/main" id="{84A59462-0BC9-4A98-8734-C669EB2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0" name="Shape 71">
            <a:extLst xmlns:a="http://schemas.openxmlformats.org/drawingml/2006/main">
              <a:ext uri="{FF2B5EF4-FFF2-40B4-BE49-F238E27FC236}">
                <a16:creationId xmlns:a16="http://schemas.microsoft.com/office/drawing/2014/main" id="{8E2F19D5-29FF-41E9-B85C-A2D2B86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857">
            <a:off x="11193966" y="2787673"/>
            <a:ext cx="267718" cy="204542"/>
          </a:xfrm>
          <a:prstGeom xmlns:a="http://schemas.openxmlformats.org/drawingml/2006/main" prst="roundRect">
            <a:avLst>
              <a:gd name="adj" fmla="val 3725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1" name="Shape 72">
            <a:extLst xmlns:a="http://schemas.openxmlformats.org/drawingml/2006/main">
              <a:ext uri="{FF2B5EF4-FFF2-40B4-BE49-F238E27FC236}">
                <a16:creationId xmlns:a16="http://schemas.microsoft.com/office/drawing/2014/main" id="{7F2F6491-D6CC-4259-A34F-AEFBC6E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4840">
            <a:off x="10806493" y="2646595"/>
            <a:ext cx="210722" cy="273670"/>
          </a:xfrm>
          <a:prstGeom xmlns:a="http://schemas.openxmlformats.org/drawingml/2006/main" prst="roundRect">
            <a:avLst>
              <a:gd name="adj" fmla="val 3616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2" name="Shape 73">
            <a:extLst xmlns:a="http://schemas.openxmlformats.org/drawingml/2006/main">
              <a:ext uri="{FF2B5EF4-FFF2-40B4-BE49-F238E27FC236}">
                <a16:creationId xmlns:a16="http://schemas.microsoft.com/office/drawing/2014/main" id="{D727C2D8-1EF2-4C30-92DE-D0B699CA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260">
            <a:off x="10281365" y="2988235"/>
            <a:ext cx="234648" cy="279070"/>
          </a:xfrm>
          <a:prstGeom xmlns:a="http://schemas.openxmlformats.org/drawingml/2006/main" prst="roundRect">
            <a:avLst>
              <a:gd name="adj" fmla="val 3247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3" name="Shape 74">
            <a:extLst xmlns:a="http://schemas.openxmlformats.org/drawingml/2006/main">
              <a:ext uri="{FF2B5EF4-FFF2-40B4-BE49-F238E27FC236}">
                <a16:creationId xmlns:a16="http://schemas.microsoft.com/office/drawing/2014/main" id="{1234B304-16A0-47C1-ACEA-0EB05A0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6751">
            <a:off x="9727891" y="2602593"/>
            <a:ext cx="283364" cy="245852"/>
          </a:xfrm>
          <a:prstGeom xmlns:a="http://schemas.openxmlformats.org/drawingml/2006/main" prst="roundRect">
            <a:avLst>
              <a:gd name="adj" fmla="val 3099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4" name="Shape 75">
            <a:extLst xmlns:a="http://schemas.openxmlformats.org/drawingml/2006/main">
              <a:ext uri="{FF2B5EF4-FFF2-40B4-BE49-F238E27FC236}">
                <a16:creationId xmlns:a16="http://schemas.microsoft.com/office/drawing/2014/main" id="{2F5C421E-A09A-4A01-AFEA-2920109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1387">
            <a:off x="10115584" y="2539393"/>
            <a:ext cx="215276" cy="271513"/>
          </a:xfrm>
          <a:prstGeom xmlns:a="http://schemas.openxmlformats.org/drawingml/2006/main" prst="roundRect">
            <a:avLst>
              <a:gd name="adj" fmla="val 3539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5" name="Shape 76">
            <a:extLst xmlns:a="http://schemas.openxmlformats.org/drawingml/2006/main">
              <a:ext uri="{FF2B5EF4-FFF2-40B4-BE49-F238E27FC236}">
                <a16:creationId xmlns:a16="http://schemas.microsoft.com/office/drawing/2014/main" id="{CEB31B7F-4CAA-4832-9DEB-41C2C66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62276">
            <a:off x="9927916" y="2022186"/>
            <a:ext cx="294417" cy="215712"/>
          </a:xfrm>
          <a:prstGeom xmlns:a="http://schemas.openxmlformats.org/drawingml/2006/main" prst="roundRect">
            <a:avLst>
              <a:gd name="adj" fmla="val 3532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6" name="Shape 77">
            <a:extLst xmlns:a="http://schemas.openxmlformats.org/drawingml/2006/main">
              <a:ext uri="{FF2B5EF4-FFF2-40B4-BE49-F238E27FC236}">
                <a16:creationId xmlns:a16="http://schemas.microsoft.com/office/drawing/2014/main" id="{FBB93FB2-9FF8-44FD-BA86-1F0C462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2512">
            <a:off x="10980714" y="2386313"/>
            <a:ext cx="314151" cy="202735"/>
          </a:xfrm>
          <a:prstGeom xmlns:a="http://schemas.openxmlformats.org/drawingml/2006/main" prst="roundRect">
            <a:avLst>
              <a:gd name="adj" fmla="val 3758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Shape 78">
            <a:extLst xmlns:a="http://schemas.openxmlformats.org/drawingml/2006/main">
              <a:ext uri="{FF2B5EF4-FFF2-40B4-BE49-F238E27FC236}">
                <a16:creationId xmlns:a16="http://schemas.microsoft.com/office/drawing/2014/main" id="{B34A4276-4204-4523-8F06-7F91602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5722">
            <a:off x="10906309" y="2089952"/>
            <a:ext cx="264981" cy="228434"/>
          </a:xfrm>
          <a:prstGeom xmlns:a="http://schemas.openxmlformats.org/drawingml/2006/main" prst="roundRect">
            <a:avLst>
              <a:gd name="adj" fmla="val 3335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8" name="Shape 79">
            <a:extLst xmlns:a="http://schemas.openxmlformats.org/drawingml/2006/main">
              <a:ext uri="{FF2B5EF4-FFF2-40B4-BE49-F238E27FC236}">
                <a16:creationId xmlns:a16="http://schemas.microsoft.com/office/drawing/2014/main" id="{3A776BDB-6BAA-42B7-92D8-B6F572D9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28761">
            <a:off x="9900794" y="3057786"/>
            <a:ext cx="264693" cy="228148"/>
          </a:xfrm>
          <a:prstGeom xmlns:a="http://schemas.openxmlformats.org/drawingml/2006/main" prst="roundRect">
            <a:avLst>
              <a:gd name="adj" fmla="val 33399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9" name="Shape 80">
            <a:extLst xmlns:a="http://schemas.openxmlformats.org/drawingml/2006/main">
              <a:ext uri="{FF2B5EF4-FFF2-40B4-BE49-F238E27FC236}">
                <a16:creationId xmlns:a16="http://schemas.microsoft.com/office/drawing/2014/main" id="{E21B5C44-0BB3-4D26-B24B-BA7B82B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1909">
            <a:off x="10513765" y="2072727"/>
            <a:ext cx="257948" cy="215377"/>
          </a:xfrm>
          <a:prstGeom xmlns:a="http://schemas.openxmlformats.org/drawingml/2006/main" prst="roundRect">
            <a:avLst>
              <a:gd name="adj" fmla="val 3538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0" name="Shape 81">
            <a:extLst xmlns:a="http://schemas.openxmlformats.org/drawingml/2006/main">
              <a:ext uri="{FF2B5EF4-FFF2-40B4-BE49-F238E27FC236}">
                <a16:creationId xmlns:a16="http://schemas.microsoft.com/office/drawing/2014/main" id="{846F8977-AAB2-4D27-AD85-7900F30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8032">
            <a:off x="11382841" y="2369372"/>
            <a:ext cx="305604" cy="257500"/>
          </a:xfrm>
          <a:prstGeom xmlns:a="http://schemas.openxmlformats.org/drawingml/2006/main" prst="roundRect">
            <a:avLst>
              <a:gd name="adj" fmla="val 2959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1" name="Shape 82">
            <a:extLst xmlns:a="http://schemas.openxmlformats.org/drawingml/2006/main">
              <a:ext uri="{FF2B5EF4-FFF2-40B4-BE49-F238E27FC236}">
                <a16:creationId xmlns:a16="http://schemas.microsoft.com/office/drawing/2014/main" id="{7046FFB5-4F00-4BF3-A3D8-C379B24B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1887">
            <a:off x="10445390" y="2620263"/>
            <a:ext cx="224533" cy="282534"/>
          </a:xfrm>
          <a:prstGeom xmlns:a="http://schemas.openxmlformats.org/drawingml/2006/main" prst="roundRect">
            <a:avLst>
              <a:gd name="adj" fmla="val 3393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2" name="Shape 83">
            <a:extLst xmlns:a="http://schemas.openxmlformats.org/drawingml/2006/main">
              <a:ext uri="{FF2B5EF4-FFF2-40B4-BE49-F238E27FC236}">
                <a16:creationId xmlns:a16="http://schemas.microsoft.com/office/drawing/2014/main" id="{806CE806-26D8-4DE3-A514-397B55C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2227">
            <a:off x="10566657" y="3053446"/>
            <a:ext cx="293564" cy="223472"/>
          </a:xfrm>
          <a:prstGeom xmlns:a="http://schemas.openxmlformats.org/drawingml/2006/main" prst="roundRect">
            <a:avLst>
              <a:gd name="adj" fmla="val 3409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3" name="Shape 84">
            <a:extLst xmlns:a="http://schemas.openxmlformats.org/drawingml/2006/main">
              <a:ext uri="{FF2B5EF4-FFF2-40B4-BE49-F238E27FC236}">
                <a16:creationId xmlns:a16="http://schemas.microsoft.com/office/drawing/2014/main" id="{CA92E4CA-0B5A-4651-9C2F-F19C128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9879">
            <a:off x="10257905" y="1981081"/>
            <a:ext cx="214791" cy="286655"/>
          </a:xfrm>
          <a:prstGeom xmlns:a="http://schemas.openxmlformats.org/drawingml/2006/main" prst="roundRect">
            <a:avLst>
              <a:gd name="adj" fmla="val 3547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Shape 85">
            <a:extLst xmlns:a="http://schemas.openxmlformats.org/drawingml/2006/main">
              <a:ext uri="{FF2B5EF4-FFF2-40B4-BE49-F238E27FC236}">
                <a16:creationId xmlns:a16="http://schemas.microsoft.com/office/drawing/2014/main" id="{C777F7EF-D14D-4FBB-A72E-169974A8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762">
            <a:off x="11252757" y="1969027"/>
            <a:ext cx="276570" cy="291198"/>
          </a:xfrm>
          <a:prstGeom xmlns:a="http://schemas.openxmlformats.org/drawingml/2006/main" prst="roundRect">
            <a:avLst>
              <a:gd name="adj" fmla="val 2755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5" name="Shape 86">
            <a:extLst xmlns:a="http://schemas.openxmlformats.org/drawingml/2006/main">
              <a:ext uri="{FF2B5EF4-FFF2-40B4-BE49-F238E27FC236}">
                <a16:creationId xmlns:a16="http://schemas.microsoft.com/office/drawing/2014/main" id="{49C68B31-6241-43E3-AA73-86DE85D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125">
            <a:off x="11334460" y="3020872"/>
            <a:ext cx="297516" cy="281728"/>
          </a:xfrm>
          <a:prstGeom xmlns:a="http://schemas.openxmlformats.org/drawingml/2006/main" prst="roundRect">
            <a:avLst>
              <a:gd name="adj" fmla="val 2704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6" name="Shape 87">
            <a:extLst xmlns:a="http://schemas.openxmlformats.org/drawingml/2006/main">
              <a:ext uri="{FF2B5EF4-FFF2-40B4-BE49-F238E27FC236}">
                <a16:creationId xmlns:a16="http://schemas.microsoft.com/office/drawing/2014/main" id="{F0A27B0E-837C-4BB3-9036-C5D97C5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805">
            <a:off x="9753860" y="2289890"/>
            <a:ext cx="287938" cy="271909"/>
          </a:xfrm>
          <a:prstGeom xmlns:a="http://schemas.openxmlformats.org/drawingml/2006/main" prst="roundRect">
            <a:avLst>
              <a:gd name="adj" fmla="val 2802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7" name="Shape 88">
            <a:extLst xmlns:a="http://schemas.openxmlformats.org/drawingml/2006/main">
              <a:ext uri="{FF2B5EF4-FFF2-40B4-BE49-F238E27FC236}">
                <a16:creationId xmlns:a16="http://schemas.microsoft.com/office/drawing/2014/main" id="{1515E100-9719-4FF6-AD12-BFEC7BD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1262">
            <a:off x="10462245" y="2324740"/>
            <a:ext cx="322389" cy="262351"/>
          </a:xfrm>
          <a:prstGeom xmlns:a="http://schemas.openxmlformats.org/drawingml/2006/main" prst="roundRect">
            <a:avLst>
              <a:gd name="adj" fmla="val 2904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8" name="Shape 89">
            <a:extLst xmlns:a="http://schemas.openxmlformats.org/drawingml/2006/main">
              <a:ext uri="{FF2B5EF4-FFF2-40B4-BE49-F238E27FC236}">
                <a16:creationId xmlns:a16="http://schemas.microsoft.com/office/drawing/2014/main" id="{C37CF703-D4A2-4410-B482-D2F3D56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2656">
            <a:off x="11022211" y="3051234"/>
            <a:ext cx="275913" cy="251891"/>
          </a:xfrm>
          <a:prstGeom xmlns:a="http://schemas.openxmlformats.org/drawingml/2006/main" prst="roundRect">
            <a:avLst>
              <a:gd name="adj" fmla="val 3025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9" name="Shape 90">
            <a:extLst xmlns:a="http://schemas.openxmlformats.org/drawingml/2006/main">
              <a:ext uri="{FF2B5EF4-FFF2-40B4-BE49-F238E27FC236}">
                <a16:creationId xmlns:a16="http://schemas.microsoft.com/office/drawing/2014/main" id="{88F48C0E-B17E-4C3C-8499-6FA990E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9181">
            <a:off x="9954134" y="2512497"/>
            <a:ext cx="237469" cy="193845"/>
          </a:xfrm>
          <a:prstGeom xmlns:a="http://schemas.openxmlformats.org/drawingml/2006/main" prst="roundRect">
            <a:avLst>
              <a:gd name="adj" fmla="val 3931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0" name="Text 91">
            <a:extLst xmlns:a="http://schemas.openxmlformats.org/drawingml/2006/main">
              <a:ext uri="{FF2B5EF4-FFF2-40B4-BE49-F238E27FC236}">
                <a16:creationId xmlns:a16="http://schemas.microsoft.com/office/drawing/2014/main" id="{AD4DD7BF-82D0-4383-96EE-949BE11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④ 타임업</a:t>
            </a:r>
          </a:p>
        </p:txBody>
      </p:sp>
      <p:sp>
        <p:nvSpPr>
          <p:cNvPr id="301" name="Text 92">
            <a:extLst xmlns:a="http://schemas.openxmlformats.org/drawingml/2006/main">
              <a:ext uri="{FF2B5EF4-FFF2-40B4-BE49-F238E27FC236}">
                <a16:creationId xmlns:a16="http://schemas.microsoft.com/office/drawing/2014/main" id="{8E3F1770-F94B-4C16-A674-68D4E96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남은 얼음이 이동을 멈추고 동결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0.3초 정지 후 집계</a:t>
            </a:r>
          </a:p>
        </p:txBody>
      </p:sp>
      <p:sp>
        <p:nvSpPr>
          <p:cNvPr id="302" name="Shape 93">
            <a:extLst xmlns:a="http://schemas.openxmlformats.org/drawingml/2006/main">
              <a:ext uri="{FF2B5EF4-FFF2-40B4-BE49-F238E27FC236}">
                <a16:creationId xmlns:a16="http://schemas.microsoft.com/office/drawing/2014/main" id="{E680BFB6-DE63-4031-BE5D-A5475A4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972440" cy="12340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3" name="Text 94">
            <a:extLst xmlns:a="http://schemas.openxmlformats.org/drawingml/2006/main">
              <a:ext uri="{FF2B5EF4-FFF2-40B4-BE49-F238E27FC236}">
                <a16:creationId xmlns:a16="http://schemas.microsoft.com/office/drawing/2014/main" id="{F4AFF8BF-F168-4F51-8EF7-F04BD67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성장의 정의</a:t>
            </a:r>
          </a:p>
        </p:txBody>
      </p:sp>
      <p:sp>
        <p:nvSpPr>
          <p:cNvPr id="304" name="Text 95">
            <a:extLst xmlns:a="http://schemas.openxmlformats.org/drawingml/2006/main">
              <a:ext uri="{FF2B5EF4-FFF2-40B4-BE49-F238E27FC236}">
                <a16:creationId xmlns:a16="http://schemas.microsoft.com/office/drawing/2014/main" id="{F326C5DC-3189-47CA-B031-6A885D1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10515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1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숫자가 커지는 게 아니라, 화면에서 동시에 깨지는 얼음의 수가 늘어나는 것. 처음엔 떠다니는 얼음을 하나씩 클릭 → 연쇄가 열리면 주변 얼음까지 국소 붕괴 → 최종엔 이전 티어가 화면째로 쓸려 나간다.</a:t>
            </a:r>
          </a:p>
        </p:txBody>
      </p:sp>
      <p:sp>
        <p:nvSpPr>
          <p:cNvPr id="305" name="Text 96">
            <a:extLst xmlns:a="http://schemas.openxmlformats.org/drawingml/2006/main">
              <a:ext uri="{FF2B5EF4-FFF2-40B4-BE49-F238E27FC236}">
                <a16:creationId xmlns:a16="http://schemas.microsoft.com/office/drawing/2014/main" id="{FC9A90CE-85DB-439C-9081-B3F3554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5345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Text 0">
            <a:extLst xmlns:a="http://schemas.openxmlformats.org/drawingml/2006/main">
              <a:ext uri="{FF2B5EF4-FFF2-40B4-BE49-F238E27FC236}">
                <a16:creationId xmlns:a16="http://schemas.microsoft.com/office/drawing/2014/main" id="{ADB1F801-ADA5-42A7-A586-783A2BC6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SPAWN</a:t>
            </a:r>
          </a:p>
        </p:txBody>
      </p:sp>
      <p:sp>
        <p:nvSpPr>
          <p:cNvPr id="307" name="Text 1">
            <a:extLst xmlns:a="http://schemas.openxmlformats.org/drawingml/2006/main">
              <a:ext uri="{FF2B5EF4-FFF2-40B4-BE49-F238E27FC236}">
                <a16:creationId xmlns:a16="http://schemas.microsoft.com/office/drawing/2014/main" id="{9327D80F-44BF-4231-8736-973C9100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규칙 — 리필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혼합 비율</a:t>
            </a:r>
          </a:p>
        </p:txBody>
      </p:sp>
      <p:sp>
        <p:nvSpPr>
          <p:cNvPr id="308" name="Text 2">
            <a:extLst xmlns:a="http://schemas.openxmlformats.org/drawingml/2006/main">
              <a:ext uri="{FF2B5EF4-FFF2-40B4-BE49-F238E27FC236}">
                <a16:creationId xmlns:a16="http://schemas.microsoft.com/office/drawing/2014/main" id="{74887449-EFA8-4AEE-BE8B-3D8B740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개별 리필 타이밍</a:t>
            </a:r>
          </a:p>
        </p:txBody>
      </p:sp>
      <p:sp>
        <p:nvSpPr>
          <p:cNvPr id="309" name="Shape 3">
            <a:extLst xmlns:a="http://schemas.openxmlformats.org/drawingml/2006/main">
              <a:ext uri="{FF2B5EF4-FFF2-40B4-BE49-F238E27FC236}">
                <a16:creationId xmlns:a16="http://schemas.microsoft.com/office/drawing/2014/main" id="{E3F5475C-3B2B-4272-9FB4-B08E826D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Text 4">
            <a:extLst xmlns:a="http://schemas.openxmlformats.org/drawingml/2006/main">
              <a:ext uri="{FF2B5EF4-FFF2-40B4-BE49-F238E27FC236}">
                <a16:creationId xmlns:a16="http://schemas.microsoft.com/office/drawing/2014/main" id="{E7CF4726-6D18-4C84-9ADF-D93CE58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파괴 연출</a:t>
            </a:r>
          </a:p>
        </p:txBody>
      </p:sp>
      <p:sp>
        <p:nvSpPr>
          <p:cNvPr id="311" name="Text 5">
            <a:extLst xmlns:a="http://schemas.openxmlformats.org/drawingml/2006/main">
              <a:ext uri="{FF2B5EF4-FFF2-40B4-BE49-F238E27FC236}">
                <a16:creationId xmlns:a16="http://schemas.microsoft.com/office/drawing/2014/main" id="{173342B9-8A46-46AC-B9D3-7762922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920"/>
            <a:ext cx="11610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2" name="Shape 6">
            <a:extLst xmlns:a="http://schemas.openxmlformats.org/drawingml/2006/main">
              <a:ext uri="{FF2B5EF4-FFF2-40B4-BE49-F238E27FC236}">
                <a16:creationId xmlns:a16="http://schemas.microsoft.com/office/drawing/2014/main" id="{B652E867-64A2-484C-8A32-F733D6A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9DB6C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3" name="Text 7">
            <a:extLst xmlns:a="http://schemas.openxmlformats.org/drawingml/2006/main">
              <a:ext uri="{FF2B5EF4-FFF2-40B4-BE49-F238E27FC236}">
                <a16:creationId xmlns:a16="http://schemas.microsoft.com/office/drawing/2014/main" id="{043ED250-C72A-4FF4-98FF-EDA2EA1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빈 공간</a:t>
            </a:r>
          </a:p>
        </p:txBody>
      </p:sp>
      <p:sp>
        <p:nvSpPr>
          <p:cNvPr id="314" name="Text 8">
            <a:extLst xmlns:a="http://schemas.openxmlformats.org/drawingml/2006/main">
              <a:ext uri="{FF2B5EF4-FFF2-40B4-BE49-F238E27FC236}">
                <a16:creationId xmlns:a16="http://schemas.microsoft.com/office/drawing/2014/main" id="{74F40409-5D07-4288-B57D-4DA272D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0.1~0.2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5" name="Shape 9">
            <a:extLst xmlns:a="http://schemas.openxmlformats.org/drawingml/2006/main">
              <a:ext uri="{FF2B5EF4-FFF2-40B4-BE49-F238E27FC236}">
                <a16:creationId xmlns:a16="http://schemas.microsoft.com/office/drawing/2014/main" id="{26CD9A88-F5A6-4801-84D7-A5C6B55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6" name="Text 10">
            <a:extLst xmlns:a="http://schemas.openxmlformats.org/drawingml/2006/main">
              <a:ext uri="{FF2B5EF4-FFF2-40B4-BE49-F238E27FC236}">
                <a16:creationId xmlns:a16="http://schemas.microsoft.com/office/drawing/2014/main" id="{23F97804-7C62-409B-9694-FFDCE0C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 얼음 생성</a:t>
            </a:r>
          </a:p>
        </p:txBody>
      </p:sp>
      <p:sp>
        <p:nvSpPr>
          <p:cNvPr id="317" name="Text 11">
            <a:extLst xmlns:a="http://schemas.openxmlformats.org/drawingml/2006/main">
              <a:ext uri="{FF2B5EF4-FFF2-40B4-BE49-F238E27FC236}">
                <a16:creationId xmlns:a16="http://schemas.microsoft.com/office/drawing/2014/main" id="{7849159E-D7A6-4C2E-8948-E389475F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0.18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8" name="Shape 12">
            <a:extLst xmlns:a="http://schemas.openxmlformats.org/drawingml/2006/main">
              <a:ext uri="{FF2B5EF4-FFF2-40B4-BE49-F238E27FC236}">
                <a16:creationId xmlns:a16="http://schemas.microsoft.com/office/drawing/2014/main" id="{9FA73F9B-3393-4BEB-8563-12B42DD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9" name="Text 13">
            <a:extLst xmlns:a="http://schemas.openxmlformats.org/drawingml/2006/main">
              <a:ext uri="{FF2B5EF4-FFF2-40B4-BE49-F238E27FC236}">
                <a16:creationId xmlns:a16="http://schemas.microsoft.com/office/drawing/2014/main" id="{E36BC865-0351-4FAB-BC9B-D4CCEDA4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연쇄 면역</a:t>
            </a:r>
          </a:p>
        </p:txBody>
      </p:sp>
      <p:sp>
        <p:nvSpPr>
          <p:cNvPr id="320" name="Text 14">
            <a:extLst xmlns:a="http://schemas.openxmlformats.org/drawingml/2006/main">
              <a:ext uri="{FF2B5EF4-FFF2-40B4-BE49-F238E27FC236}">
                <a16:creationId xmlns:a16="http://schemas.microsoft.com/office/drawing/2014/main" id="{82FB8B8F-F8AA-4FC4-9949-F9064F3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0.25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21" name="Text 15">
            <a:extLst xmlns:a="http://schemas.openxmlformats.org/drawingml/2006/main">
              <a:ext uri="{FF2B5EF4-FFF2-40B4-BE49-F238E27FC236}">
                <a16:creationId xmlns:a16="http://schemas.microsoft.com/office/drawing/2014/main" id="{8197F26E-FAD4-41FE-B93C-0BA636C2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6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연쇄로 여러 개가 깨지면 0.03초 간격으로 빈 공간에 순차 스폰 — "흩어졌다 다시 모이는" 리듬을 보여준다</a:t>
            </a:r>
          </a:p>
        </p:txBody>
      </p:sp>
      <p:sp>
        <p:nvSpPr>
          <p:cNvPr id="322" name="Shape 16">
            <a:extLst xmlns:a="http://schemas.openxmlformats.org/drawingml/2006/main">
              <a:ext uri="{FF2B5EF4-FFF2-40B4-BE49-F238E27FC236}">
                <a16:creationId xmlns:a16="http://schemas.microsoft.com/office/drawing/2014/main" id="{58B7B518-77B3-4A1F-AC7B-628F4653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394600" cy="278856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3" name="Text 17">
            <a:extLst xmlns:a="http://schemas.openxmlformats.org/drawingml/2006/main">
              <a:ext uri="{FF2B5EF4-FFF2-40B4-BE49-F238E27FC236}">
                <a16:creationId xmlns:a16="http://schemas.microsoft.com/office/drawing/2014/main" id="{5A2DAF26-E7D4-4FB8-8E01-99B63E84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진행</a:t>
            </a:r>
          </a:p>
        </p:txBody>
      </p:sp>
      <p:sp>
        <p:nvSpPr>
          <p:cNvPr id="324" name="Text 18">
            <a:extLst xmlns:a="http://schemas.openxmlformats.org/drawingml/2006/main">
              <a:ext uri="{FF2B5EF4-FFF2-40B4-BE49-F238E27FC236}">
                <a16:creationId xmlns:a16="http://schemas.microsoft.com/office/drawing/2014/main" id="{E78457B7-2AE9-480C-B5C8-BDE7A21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4937400" cy="146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심도 점수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(T1=1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T2=2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T3=3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…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점마다 심도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해금한 최고 티어를 넘지 못함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신규 티어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새 재질 해금 후 첫 판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10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스폰 안에 확정 등장</a:t>
            </a:r>
          </a:p>
        </p:txBody>
      </p:sp>
      <p:sp>
        <p:nvSpPr>
          <p:cNvPr id="325" name="Text 19">
            <a:extLst xmlns:a="http://schemas.openxmlformats.org/drawingml/2006/main">
              <a:ext uri="{FF2B5EF4-FFF2-40B4-BE49-F238E27FC236}">
                <a16:creationId xmlns:a16="http://schemas.microsoft.com/office/drawing/2014/main" id="{1A662C93-348B-4778-8F58-699089A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48459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업그레이드를 샀는데 새 콘텐츠를 못 보는 상황을 규칙으로 차단</a:t>
            </a:r>
          </a:p>
        </p:txBody>
      </p:sp>
      <p:sp>
        <p:nvSpPr>
          <p:cNvPr id="326" name="Text 20">
            <a:extLst xmlns:a="http://schemas.openxmlformats.org/drawingml/2006/main">
              <a:ext uri="{FF2B5EF4-FFF2-40B4-BE49-F238E27FC236}">
                <a16:creationId xmlns:a16="http://schemas.microsoft.com/office/drawing/2014/main" id="{487319CD-035E-4EA9-B98C-A6F9F29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혼합 비율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현재 심도 기준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27" name="Text 21">
            <a:extLst xmlns:a="http://schemas.openxmlformats.org/drawingml/2006/main">
              <a:ext uri="{FF2B5EF4-FFF2-40B4-BE49-F238E27FC236}">
                <a16:creationId xmlns:a16="http://schemas.microsoft.com/office/drawing/2014/main" id="{DA270D86-6200-429B-B087-6558A61B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47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</a:t>
            </a:r>
          </a:p>
        </p:txBody>
      </p:sp>
      <p:sp>
        <p:nvSpPr>
          <p:cNvPr id="328" name="Shape 22">
            <a:extLst xmlns:a="http://schemas.openxmlformats.org/drawingml/2006/main">
              <a:ext uri="{FF2B5EF4-FFF2-40B4-BE49-F238E27FC236}">
                <a16:creationId xmlns:a16="http://schemas.microsoft.com/office/drawing/2014/main" id="{F682D741-3145-49B1-8B59-252F933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9" name="Text 23">
            <a:extLst xmlns:a="http://schemas.openxmlformats.org/drawingml/2006/main">
              <a:ext uri="{FF2B5EF4-FFF2-40B4-BE49-F238E27FC236}">
                <a16:creationId xmlns:a16="http://schemas.microsoft.com/office/drawing/2014/main" id="{76F4CAAD-E500-4840-8ED9-0072BD1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T1 100%</a:t>
            </a:r>
          </a:p>
        </p:txBody>
      </p:sp>
      <p:sp>
        <p:nvSpPr>
          <p:cNvPr id="330" name="Text 24">
            <a:extLst xmlns:a="http://schemas.openxmlformats.org/drawingml/2006/main">
              <a:ext uri="{FF2B5EF4-FFF2-40B4-BE49-F238E27FC236}">
                <a16:creationId xmlns:a16="http://schemas.microsoft.com/office/drawing/2014/main" id="{61997FD4-9311-4A5F-99E6-BF8C599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91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</a:t>
            </a:r>
          </a:p>
        </p:txBody>
      </p:sp>
      <p:sp>
        <p:nvSpPr>
          <p:cNvPr id="331" name="Shape 25">
            <a:extLst xmlns:a="http://schemas.openxmlformats.org/drawingml/2006/main">
              <a:ext uri="{FF2B5EF4-FFF2-40B4-BE49-F238E27FC236}">
                <a16:creationId xmlns:a16="http://schemas.microsoft.com/office/drawing/2014/main" id="{871BD697-A9DB-44B0-9272-04E9AAB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2" name="Text 26">
            <a:extLst xmlns:a="http://schemas.openxmlformats.org/drawingml/2006/main">
              <a:ext uri="{FF2B5EF4-FFF2-40B4-BE49-F238E27FC236}">
                <a16:creationId xmlns:a16="http://schemas.microsoft.com/office/drawing/2014/main" id="{CD2AA844-9EF2-4083-A6AD-139414EC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75%</a:t>
            </a:r>
          </a:p>
        </p:txBody>
      </p:sp>
      <p:sp>
        <p:nvSpPr>
          <p:cNvPr id="333" name="Shape 27">
            <a:extLst xmlns:a="http://schemas.openxmlformats.org/drawingml/2006/main">
              <a:ext uri="{FF2B5EF4-FFF2-40B4-BE49-F238E27FC236}">
                <a16:creationId xmlns:a16="http://schemas.microsoft.com/office/drawing/2014/main" id="{25E13C81-D9EB-49A6-9C96-BF1FDDF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4" name="Text 28">
            <a:extLst xmlns:a="http://schemas.openxmlformats.org/drawingml/2006/main">
              <a:ext uri="{FF2B5EF4-FFF2-40B4-BE49-F238E27FC236}">
                <a16:creationId xmlns:a16="http://schemas.microsoft.com/office/drawing/2014/main" id="{DBFC1010-579E-443F-AB88-824BC39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25%</a:t>
            </a:r>
          </a:p>
        </p:txBody>
      </p:sp>
      <p:sp>
        <p:nvSpPr>
          <p:cNvPr id="335" name="Text 29">
            <a:extLst xmlns:a="http://schemas.openxmlformats.org/drawingml/2006/main">
              <a:ext uri="{FF2B5EF4-FFF2-40B4-BE49-F238E27FC236}">
                <a16:creationId xmlns:a16="http://schemas.microsoft.com/office/drawing/2014/main" id="{0A9C793A-EA27-48E5-B2E3-C9563B8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5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336" name="Shape 30">
            <a:extLst xmlns:a="http://schemas.openxmlformats.org/drawingml/2006/main">
              <a:ext uri="{FF2B5EF4-FFF2-40B4-BE49-F238E27FC236}">
                <a16:creationId xmlns:a16="http://schemas.microsoft.com/office/drawing/2014/main" id="{11A40836-F259-4CDF-A9F4-FB26F3B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6C8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7" name="Text 31">
            <a:extLst xmlns:a="http://schemas.openxmlformats.org/drawingml/2006/main">
              <a:ext uri="{FF2B5EF4-FFF2-40B4-BE49-F238E27FC236}">
                <a16:creationId xmlns:a16="http://schemas.microsoft.com/office/drawing/2014/main" id="{F465580A-BF60-42E7-BD85-C6CD55EC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T3 70%</a:t>
            </a:r>
          </a:p>
        </p:txBody>
      </p:sp>
      <p:sp>
        <p:nvSpPr>
          <p:cNvPr id="338" name="Shape 32">
            <a:extLst xmlns:a="http://schemas.openxmlformats.org/drawingml/2006/main">
              <a:ext uri="{FF2B5EF4-FFF2-40B4-BE49-F238E27FC236}">
                <a16:creationId xmlns:a16="http://schemas.microsoft.com/office/drawing/2014/main" id="{BCFF6D83-E411-49A4-BAC0-4EEA1EF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9" name="Text 33">
            <a:extLst xmlns:a="http://schemas.openxmlformats.org/drawingml/2006/main">
              <a:ext uri="{FF2B5EF4-FFF2-40B4-BE49-F238E27FC236}">
                <a16:creationId xmlns:a16="http://schemas.microsoft.com/office/drawing/2014/main" id="{3C1CCD1D-D493-493C-A372-5BE194E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25%</a:t>
            </a:r>
          </a:p>
        </p:txBody>
      </p:sp>
      <p:sp>
        <p:nvSpPr>
          <p:cNvPr id="340" name="Shape 34">
            <a:extLst xmlns:a="http://schemas.openxmlformats.org/drawingml/2006/main">
              <a:ext uri="{FF2B5EF4-FFF2-40B4-BE49-F238E27FC236}">
                <a16:creationId xmlns:a16="http://schemas.microsoft.com/office/drawing/2014/main" id="{5E7019B3-FF10-482D-AA86-C330A6D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160" y="3840480"/>
            <a:ext cx="196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1" name="Text 35">
            <a:extLst xmlns:a="http://schemas.openxmlformats.org/drawingml/2006/main">
              <a:ext uri="{FF2B5EF4-FFF2-40B4-BE49-F238E27FC236}">
                <a16:creationId xmlns:a16="http://schemas.microsoft.com/office/drawing/2014/main" id="{7D41BF31-AB69-4506-AC21-BF95891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202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재질이 나와도 이전 재질이 사라지지 않는다 — 강해진 플레이어가 낮은 티어를 순식간에 쓸어버리는 장면이 계속 만들어진다</a:t>
            </a:r>
          </a:p>
        </p:txBody>
      </p:sp>
      <p:sp>
        <p:nvSpPr>
          <p:cNvPr id="342" name="Shape 36">
            <a:extLst xmlns:a="http://schemas.openxmlformats.org/drawingml/2006/main">
              <a:ext uri="{FF2B5EF4-FFF2-40B4-BE49-F238E27FC236}">
                <a16:creationId xmlns:a16="http://schemas.microsoft.com/office/drawing/2014/main" id="{81EE621B-0012-419C-B185-C7CFE9B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0680"/>
            <a:ext cx="5166000" cy="6397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3" name="Text 37">
            <a:extLst xmlns:a="http://schemas.openxmlformats.org/drawingml/2006/main">
              <a:ext uri="{FF2B5EF4-FFF2-40B4-BE49-F238E27FC236}">
                <a16:creationId xmlns:a16="http://schemas.microsoft.com/office/drawing/2014/main" id="{1BF79044-B080-49F2-B677-ACCD77AF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40680"/>
            <a:ext cx="47545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스테이지 시작 — 최대 20개를 자유 위치에 스폰 · 첫 판은 전부 T1 · 시작 심도는 트리(D3)로 상승</a:t>
            </a:r>
          </a:p>
        </p:txBody>
      </p:sp>
      <p:sp>
        <p:nvSpPr>
          <p:cNvPr id="344" name="Text 38">
            <a:extLst xmlns:a="http://schemas.openxmlformats.org/drawingml/2006/main">
              <a:ext uri="{FF2B5EF4-FFF2-40B4-BE49-F238E27FC236}">
                <a16:creationId xmlns:a16="http://schemas.microsoft.com/office/drawing/2014/main" id="{CEA6E31E-A8B2-4A12-9DD5-FA70E3CC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5982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Text 0">
            <a:extLst xmlns:a="http://schemas.openxmlformats.org/drawingml/2006/main">
              <a:ext uri="{FF2B5EF4-FFF2-40B4-BE49-F238E27FC236}">
                <a16:creationId xmlns:a16="http://schemas.microsoft.com/office/drawing/2014/main" id="{19BAE19A-1330-4243-A440-5F412A4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 TYPES</a:t>
            </a:r>
          </a:p>
        </p:txBody>
      </p:sp>
      <p:sp>
        <p:nvSpPr>
          <p:cNvPr id="346" name="Text 1">
            <a:extLst xmlns:a="http://schemas.openxmlformats.org/drawingml/2006/main">
              <a:ext uri="{FF2B5EF4-FFF2-40B4-BE49-F238E27FC236}">
                <a16:creationId xmlns:a16="http://schemas.microsoft.com/office/drawing/2014/main" id="{E80DAEB7-9D00-45BD-959A-C24A1CD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얼음 종류 — 재질 티어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</p:txBody>
      </p:sp>
      <p:sp>
        <p:nvSpPr>
          <p:cNvPr id="347" name="Text 2">
            <a:extLst xmlns:a="http://schemas.openxmlformats.org/drawingml/2006/main">
              <a:ext uri="{FF2B5EF4-FFF2-40B4-BE49-F238E27FC236}">
                <a16:creationId xmlns:a16="http://schemas.microsoft.com/office/drawing/2014/main" id="{B66C0E99-D63E-496E-99CC-ED05FA85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1553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기본 얼음은 성장 단계를 보여주는 재질 티어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특수빙은 그 위에 붙는 속성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예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T2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이며 전부 연쇄 파괴 장치다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48" name="Text 3">
            <a:extLst xmlns:a="http://schemas.openxmlformats.org/drawingml/2006/main">
              <a:ext uri="{FF2B5EF4-FFF2-40B4-BE49-F238E27FC236}">
                <a16:creationId xmlns:a16="http://schemas.microsoft.com/office/drawing/2014/main" id="{1BA95F8C-FF91-444E-BF72-B3DD23A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보다 골드 증가율이 높다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새 재질을 깨는 순간 효율도 상승</a:t>
            </a:r>
          </a:p>
        </p:txBody>
      </p:sp>
      <p:sp>
        <p:nvSpPr>
          <p:cNvPr id="349" name="Shape 4">
            <a:extLst xmlns:a="http://schemas.openxmlformats.org/drawingml/2006/main">
              <a:ext uri="{FF2B5EF4-FFF2-40B4-BE49-F238E27FC236}">
                <a16:creationId xmlns:a16="http://schemas.microsoft.com/office/drawing/2014/main" id="{C89294FA-B816-48AE-A663-F16351A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0" name="Shape 5">
            <a:extLst xmlns:a="http://schemas.openxmlformats.org/drawingml/2006/main">
              <a:ext uri="{FF2B5EF4-FFF2-40B4-BE49-F238E27FC236}">
                <a16:creationId xmlns:a16="http://schemas.microsoft.com/office/drawing/2014/main" id="{9A4942AC-BD2A-48BA-9072-2241145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20" y="2595600"/>
            <a:ext cx="456840" cy="411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1" name="Text 6">
            <a:extLst xmlns:a="http://schemas.openxmlformats.org/drawingml/2006/main">
              <a:ext uri="{FF2B5EF4-FFF2-40B4-BE49-F238E27FC236}">
                <a16:creationId xmlns:a16="http://schemas.microsoft.com/office/drawing/2014/main" id="{F5A1908E-11E7-4664-B1DC-4142106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352" name="Text 7">
            <a:extLst xmlns:a="http://schemas.openxmlformats.org/drawingml/2006/main">
              <a:ext uri="{FF2B5EF4-FFF2-40B4-BE49-F238E27FC236}">
                <a16:creationId xmlns:a16="http://schemas.microsoft.com/office/drawing/2014/main" id="{0E5FD52B-FF12-45B1-A79C-C3151F2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 · ×1</a:t>
            </a:r>
          </a:p>
        </p:txBody>
      </p:sp>
      <p:sp>
        <p:nvSpPr>
          <p:cNvPr id="353" name="Shape 8">
            <a:extLst xmlns:a="http://schemas.openxmlformats.org/drawingml/2006/main">
              <a:ext uri="{FF2B5EF4-FFF2-40B4-BE49-F238E27FC236}">
                <a16:creationId xmlns:a16="http://schemas.microsoft.com/office/drawing/2014/main" id="{8BC1097B-498E-487E-AA62-C223FC2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4" name="Shape 9">
            <a:extLst xmlns:a="http://schemas.openxmlformats.org/drawingml/2006/main">
              <a:ext uri="{FF2B5EF4-FFF2-40B4-BE49-F238E27FC236}">
                <a16:creationId xmlns:a16="http://schemas.microsoft.com/office/drawing/2014/main" id="{6EA59740-70BC-49A2-81B5-F3E99D23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2521440"/>
            <a:ext cx="575640" cy="5180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5" name="Text 10">
            <a:extLst xmlns:a="http://schemas.openxmlformats.org/drawingml/2006/main">
              <a:ext uri="{FF2B5EF4-FFF2-40B4-BE49-F238E27FC236}">
                <a16:creationId xmlns:a16="http://schemas.microsoft.com/office/drawing/2014/main" id="{68E2B791-6520-40A9-9EEA-D8476C6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356" name="Text 11">
            <a:extLst xmlns:a="http://schemas.openxmlformats.org/drawingml/2006/main">
              <a:ext uri="{FF2B5EF4-FFF2-40B4-BE49-F238E27FC236}">
                <a16:creationId xmlns:a16="http://schemas.microsoft.com/office/drawing/2014/main" id="{E360A198-2A7D-4FDF-AC67-F6914D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×6 · ×8</a:t>
            </a:r>
          </a:p>
        </p:txBody>
      </p:sp>
      <p:sp>
        <p:nvSpPr>
          <p:cNvPr id="357" name="Shape 12">
            <a:extLst xmlns:a="http://schemas.openxmlformats.org/drawingml/2006/main">
              <a:ext uri="{FF2B5EF4-FFF2-40B4-BE49-F238E27FC236}">
                <a16:creationId xmlns:a16="http://schemas.microsoft.com/office/drawing/2014/main" id="{2BBE2D68-E9E8-4910-B4A6-8003E44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8" name="Shape 13">
            <a:extLst xmlns:a="http://schemas.openxmlformats.org/drawingml/2006/main">
              <a:ext uri="{FF2B5EF4-FFF2-40B4-BE49-F238E27FC236}">
                <a16:creationId xmlns:a16="http://schemas.microsoft.com/office/drawing/2014/main" id="{CF4FCE92-5CEE-4A50-8800-954340B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320" y="2447280"/>
            <a:ext cx="694440" cy="624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9" name="Text 14">
            <a:extLst xmlns:a="http://schemas.openxmlformats.org/drawingml/2006/main">
              <a:ext uri="{FF2B5EF4-FFF2-40B4-BE49-F238E27FC236}">
                <a16:creationId xmlns:a16="http://schemas.microsoft.com/office/drawing/2014/main" id="{FFDD7F5D-34D3-4D41-9BC3-85E6707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360" name="Text 15">
            <a:extLst xmlns:a="http://schemas.openxmlformats.org/drawingml/2006/main">
              <a:ext uri="{FF2B5EF4-FFF2-40B4-BE49-F238E27FC236}">
                <a16:creationId xmlns:a16="http://schemas.microsoft.com/office/drawing/2014/main" id="{71AA68BC-2D71-4472-BCD6-27B63FB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×36 · ×70</a:t>
            </a:r>
          </a:p>
        </p:txBody>
      </p:sp>
      <p:sp>
        <p:nvSpPr>
          <p:cNvPr id="361" name="Shape 16">
            <a:extLst xmlns:a="http://schemas.openxmlformats.org/drawingml/2006/main">
              <a:ext uri="{FF2B5EF4-FFF2-40B4-BE49-F238E27FC236}">
                <a16:creationId xmlns:a16="http://schemas.microsoft.com/office/drawing/2014/main" id="{7443A61E-FEE3-4FAB-8D49-35B0B2D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2" name="Shape 17">
            <a:extLst xmlns:a="http://schemas.openxmlformats.org/drawingml/2006/main">
              <a:ext uri="{FF2B5EF4-FFF2-40B4-BE49-F238E27FC236}">
                <a16:creationId xmlns:a16="http://schemas.microsoft.com/office/drawing/2014/main" id="{2F90F2FC-8138-49AF-A08C-189140AA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00" y="2372760"/>
            <a:ext cx="813600" cy="7322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3" name="Text 18">
            <a:extLst xmlns:a="http://schemas.openxmlformats.org/drawingml/2006/main">
              <a:ext uri="{FF2B5EF4-FFF2-40B4-BE49-F238E27FC236}">
                <a16:creationId xmlns:a16="http://schemas.microsoft.com/office/drawing/2014/main" id="{007B80C8-AEA8-412A-A254-86ADAE7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364" name="Text 19">
            <a:extLst xmlns:a="http://schemas.openxmlformats.org/drawingml/2006/main">
              <a:ext uri="{FF2B5EF4-FFF2-40B4-BE49-F238E27FC236}">
                <a16:creationId xmlns:a16="http://schemas.microsoft.com/office/drawing/2014/main" id="{0218977E-8F2B-46CF-A73B-7904C43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×240 · ×650</a:t>
            </a:r>
          </a:p>
        </p:txBody>
      </p:sp>
      <p:sp>
        <p:nvSpPr>
          <p:cNvPr id="365" name="Shape 20">
            <a:extLst xmlns:a="http://schemas.openxmlformats.org/drawingml/2006/main">
              <a:ext uri="{FF2B5EF4-FFF2-40B4-BE49-F238E27FC236}">
                <a16:creationId xmlns:a16="http://schemas.microsoft.com/office/drawing/2014/main" id="{6EA4901E-4E9B-4BC6-8729-BECBD4F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6" name="Shape 21">
            <a:extLst xmlns:a="http://schemas.openxmlformats.org/drawingml/2006/main">
              <a:ext uri="{FF2B5EF4-FFF2-40B4-BE49-F238E27FC236}">
                <a16:creationId xmlns:a16="http://schemas.microsoft.com/office/drawing/2014/main" id="{6F74B94D-DB37-4382-B5F2-84ED71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080" y="2298600"/>
            <a:ext cx="932400" cy="8391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1905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7" name="Text 22">
            <a:extLst xmlns:a="http://schemas.openxmlformats.org/drawingml/2006/main">
              <a:ext uri="{FF2B5EF4-FFF2-40B4-BE49-F238E27FC236}">
                <a16:creationId xmlns:a16="http://schemas.microsoft.com/office/drawing/2014/main" id="{2CA407C5-D4A6-4254-8A0B-0686FDA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368" name="Text 23">
            <a:extLst xmlns:a="http://schemas.openxmlformats.org/drawingml/2006/main">
              <a:ext uri="{FF2B5EF4-FFF2-40B4-BE49-F238E27FC236}">
                <a16:creationId xmlns:a16="http://schemas.microsoft.com/office/drawing/2014/main" id="{2506BF69-7A93-4327-BBD5-C3746C4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×1,800 · ×7,000</a:t>
            </a:r>
          </a:p>
        </p:txBody>
      </p:sp>
      <p:sp>
        <p:nvSpPr>
          <p:cNvPr id="369" name="Text 24">
            <a:extLst xmlns:a="http://schemas.openxmlformats.org/drawingml/2006/main">
              <a:ext uri="{FF2B5EF4-FFF2-40B4-BE49-F238E27FC236}">
                <a16:creationId xmlns:a16="http://schemas.microsoft.com/office/drawing/2014/main" id="{96E1F2C2-552B-4181-972C-B368316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72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— 확률 총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6% · 18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동시 최대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370" name="Shape 25">
            <a:extLst xmlns:a="http://schemas.openxmlformats.org/drawingml/2006/main">
              <a:ext uri="{FF2B5EF4-FFF2-40B4-BE49-F238E27FC236}">
                <a16:creationId xmlns:a16="http://schemas.microsoft.com/office/drawing/2014/main" id="{5924234C-172F-4E93-BDA9-608B155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1" name="Shape 26">
            <a:extLst xmlns:a="http://schemas.openxmlformats.org/drawingml/2006/main">
              <a:ext uri="{FF2B5EF4-FFF2-40B4-BE49-F238E27FC236}">
                <a16:creationId xmlns:a16="http://schemas.microsoft.com/office/drawing/2014/main" id="{012110AD-4148-4EF8-B9A6-36DC1E9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b53e9de884bf1"/>
          <a:stretch xmlns:a="http://schemas.openxmlformats.org/drawingml/2006/main"/>
        </p:blipFill>
        <p:spPr>
          <a:xfrm xmlns:a="http://schemas.openxmlformats.org/drawingml/2006/main">
            <a:off x="859680" y="4745880"/>
            <a:ext cx="292320" cy="29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3" name="Text 27">
            <a:extLst xmlns:a="http://schemas.openxmlformats.org/drawingml/2006/main">
              <a:ext uri="{FF2B5EF4-FFF2-40B4-BE49-F238E27FC236}">
                <a16:creationId xmlns:a16="http://schemas.microsoft.com/office/drawing/2014/main" id="{AF7B74FC-59A6-48E7-9B7F-C4CB4F5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결정빙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2.5%</a:t>
            </a:r>
          </a:p>
        </p:txBody>
      </p:sp>
      <p:sp>
        <p:nvSpPr>
          <p:cNvPr id="374" name="Text 28">
            <a:extLst xmlns:a="http://schemas.openxmlformats.org/drawingml/2006/main">
              <a:ext uri="{FF2B5EF4-FFF2-40B4-BE49-F238E27FC236}">
                <a16:creationId xmlns:a16="http://schemas.microsoft.com/office/drawing/2014/main" id="{FB48C166-D67C-4826-96CF-B6146DB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×4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시 결정 파편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개가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주변 얼음 추적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(HP 40%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피해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하위 티어는 즉사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75" name="Shape 29">
            <a:extLst xmlns:a="http://schemas.openxmlformats.org/drawingml/2006/main">
              <a:ext uri="{FF2B5EF4-FFF2-40B4-BE49-F238E27FC236}">
                <a16:creationId xmlns:a16="http://schemas.microsoft.com/office/drawing/2014/main" id="{964BB124-CFA3-4BA1-85DB-5489178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6" name="Shape 30">
            <a:extLst xmlns:a="http://schemas.openxmlformats.org/drawingml/2006/main">
              <a:ext uri="{FF2B5EF4-FFF2-40B4-BE49-F238E27FC236}">
                <a16:creationId xmlns:a16="http://schemas.microsoft.com/office/drawing/2014/main" id="{387DEAA1-1D2C-4F97-BFBC-4967681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8F4EC"/>
          </a:solidFill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7" name="Shape 31">
            <a:extLst xmlns:a="http://schemas.openxmlformats.org/drawingml/2006/main">
              <a:ext uri="{FF2B5EF4-FFF2-40B4-BE49-F238E27FC236}">
                <a16:creationId xmlns:a16="http://schemas.microsoft.com/office/drawing/2014/main" id="{3E2BFA76-9D5B-4CE5-BCC3-8C63AA2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4718160"/>
            <a:ext cx="292680" cy="3290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8" name="Shape 32">
            <a:extLst xmlns:a="http://schemas.openxmlformats.org/drawingml/2006/main">
              <a:ext uri="{FF2B5EF4-FFF2-40B4-BE49-F238E27FC236}">
                <a16:creationId xmlns:a16="http://schemas.microsoft.com/office/drawing/2014/main" id="{74DD3793-F4AB-4FFB-949B-1C49B46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93960" y="4699800"/>
            <a:ext cx="16452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9" name="Text 33">
            <a:extLst xmlns:a="http://schemas.openxmlformats.org/drawingml/2006/main">
              <a:ext uri="{FF2B5EF4-FFF2-40B4-BE49-F238E27FC236}">
                <a16:creationId xmlns:a16="http://schemas.microsoft.com/office/drawing/2014/main" id="{CEC6D73F-945A-49F1-B55B-237244A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2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2%</a:t>
            </a:r>
          </a:p>
        </p:txBody>
      </p:sp>
      <p:sp>
        <p:nvSpPr>
          <p:cNvPr id="380" name="Text 34">
            <a:extLst xmlns:a="http://schemas.openxmlformats.org/drawingml/2006/main">
              <a:ext uri="{FF2B5EF4-FFF2-40B4-BE49-F238E27FC236}">
                <a16:creationId xmlns:a16="http://schemas.microsoft.com/office/drawing/2014/main" id="{B58E8F8C-42B5-4163-8A42-85EAAC1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60% · 주변 반경에 60% 피해,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균열빙끼리 연쇄 폭발 (최대 3단)</a:t>
            </a:r>
          </a:p>
        </p:txBody>
      </p:sp>
      <p:sp>
        <p:nvSpPr>
          <p:cNvPr id="381" name="Shape 35">
            <a:extLst xmlns:a="http://schemas.openxmlformats.org/drawingml/2006/main">
              <a:ext uri="{FF2B5EF4-FFF2-40B4-BE49-F238E27FC236}">
                <a16:creationId xmlns:a16="http://schemas.microsoft.com/office/drawing/2014/main" id="{39112EE2-1697-4EE5-BB19-F786148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2" name="Shape 36">
            <a:extLst xmlns:a="http://schemas.openxmlformats.org/drawingml/2006/main">
              <a:ext uri="{FF2B5EF4-FFF2-40B4-BE49-F238E27FC236}">
                <a16:creationId xmlns:a16="http://schemas.microsoft.com/office/drawing/2014/main" id="{48C53EED-A881-4689-A066-ED4012E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19050">
            <a:solidFill>
              <a:srgbClr val="44546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3" name="Shape 37">
            <a:extLst xmlns:a="http://schemas.openxmlformats.org/drawingml/2006/main">
              <a:ext uri="{FF2B5EF4-FFF2-40B4-BE49-F238E27FC236}">
                <a16:creationId xmlns:a16="http://schemas.microsoft.com/office/drawing/2014/main" id="{982D0330-E9DC-4F0B-835F-7FCED31B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420120" cy="7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080" rIns="90000" bIns="280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4" name="Shape 38">
            <a:extLst xmlns:a="http://schemas.openxmlformats.org/drawingml/2006/main">
              <a:ext uri="{FF2B5EF4-FFF2-40B4-BE49-F238E27FC236}">
                <a16:creationId xmlns:a16="http://schemas.microsoft.com/office/drawing/2014/main" id="{55930566-B859-42A2-BC75-5DF18AB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680" y="4672440"/>
            <a:ext cx="7272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5" name="Text 39">
            <a:extLst xmlns:a="http://schemas.openxmlformats.org/drawingml/2006/main">
              <a:ext uri="{FF2B5EF4-FFF2-40B4-BE49-F238E27FC236}">
                <a16:creationId xmlns:a16="http://schemas.microsoft.com/office/drawing/2014/main" id="{D53229DF-879D-4B49-9BC5-CB2EC71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1%</a:t>
            </a:r>
          </a:p>
        </p:txBody>
      </p:sp>
      <p:sp>
        <p:nvSpPr>
          <p:cNvPr id="386" name="Text 40">
            <a:extLst xmlns:a="http://schemas.openxmlformats.org/drawingml/2006/main">
              <a:ext uri="{FF2B5EF4-FFF2-40B4-BE49-F238E27FC236}">
                <a16:creationId xmlns:a16="http://schemas.microsoft.com/office/drawing/2014/main" id="{76941CFC-5F89-4E8F-A6EA-99209B9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×3 · 골드 ×3 · 전방위 충격파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범위 내 동급 이하 즉시 파괴</a:t>
            </a:r>
          </a:p>
        </p:txBody>
      </p:sp>
      <p:sp>
        <p:nvSpPr>
          <p:cNvPr id="387" name="Shape 41">
            <a:extLst xmlns:a="http://schemas.openxmlformats.org/drawingml/2006/main">
              <a:ext uri="{FF2B5EF4-FFF2-40B4-BE49-F238E27FC236}">
                <a16:creationId xmlns:a16="http://schemas.microsoft.com/office/drawing/2014/main" id="{A7A50F9F-B0B7-4E03-97F4-10CCBEC1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8" name="Shape 42">
            <a:extLst xmlns:a="http://schemas.openxmlformats.org/drawingml/2006/main">
              <a:ext uri="{FF2B5EF4-FFF2-40B4-BE49-F238E27FC236}">
                <a16:creationId xmlns:a16="http://schemas.microsoft.com/office/drawing/2014/main" id="{A1223199-DAB0-438A-83CF-58E0D5B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9" name="Shape 43">
            <a:extLst xmlns:a="http://schemas.openxmlformats.org/drawingml/2006/main">
              <a:ext uri="{FF2B5EF4-FFF2-40B4-BE49-F238E27FC236}">
                <a16:creationId xmlns:a16="http://schemas.microsoft.com/office/drawing/2014/main" id="{71618420-DF9B-4C01-8E3A-DDC7854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8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0" name="Shape 44">
            <a:extLst xmlns:a="http://schemas.openxmlformats.org/drawingml/2006/main">
              <a:ext uri="{FF2B5EF4-FFF2-40B4-BE49-F238E27FC236}">
                <a16:creationId xmlns:a16="http://schemas.microsoft.com/office/drawing/2014/main" id="{E516D9FE-4FD3-45AE-B110-488BA74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5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1" name="Shape 45">
            <a:extLst xmlns:a="http://schemas.openxmlformats.org/drawingml/2006/main">
              <a:ext uri="{FF2B5EF4-FFF2-40B4-BE49-F238E27FC236}">
                <a16:creationId xmlns:a16="http://schemas.microsoft.com/office/drawing/2014/main" id="{CE086EF5-CF1F-46B9-ACC9-A403ED0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2" name="Text 46">
            <a:extLst xmlns:a="http://schemas.openxmlformats.org/drawingml/2006/main">
              <a:ext uri="{FF2B5EF4-FFF2-40B4-BE49-F238E27FC236}">
                <a16:creationId xmlns:a16="http://schemas.microsoft.com/office/drawing/2014/main" id="{DDB81DB3-2A18-40FE-AD76-B9416367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4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393" name="Text 47">
            <a:extLst xmlns:a="http://schemas.openxmlformats.org/drawingml/2006/main">
              <a:ext uri="{FF2B5EF4-FFF2-40B4-BE49-F238E27FC236}">
                <a16:creationId xmlns:a16="http://schemas.microsoft.com/office/drawing/2014/main" id="{2548771F-452C-4773-A8ED-5EAD5C0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×2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화면의 모든 하위 티어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즉시 파괴 —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이전 티어 청소부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</a:p>
        </p:txBody>
      </p:sp>
      <p:sp>
        <p:nvSpPr>
          <p:cNvPr id="394" name="Text 48">
            <a:extLst xmlns:a="http://schemas.openxmlformats.org/drawingml/2006/main">
              <a:ext uri="{FF2B5EF4-FFF2-40B4-BE49-F238E27FC236}">
                <a16:creationId xmlns:a16="http://schemas.microsoft.com/office/drawing/2014/main" id="{780531EB-796E-4C48-A6EB-2DB9D56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0942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Text 0">
            <a:extLst xmlns:a="http://schemas.openxmlformats.org/drawingml/2006/main">
              <a:ext uri="{FF2B5EF4-FFF2-40B4-BE49-F238E27FC236}">
                <a16:creationId xmlns:a16="http://schemas.microsoft.com/office/drawing/2014/main" id="{11D4BB0B-3952-4EC3-8539-0CAAE5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 STATES</a:t>
            </a:r>
          </a:p>
        </p:txBody>
      </p:sp>
      <p:sp>
        <p:nvSpPr>
          <p:cNvPr id="396" name="Text 1">
            <a:extLst xmlns:a="http://schemas.openxmlformats.org/drawingml/2006/main">
              <a:ext uri="{FF2B5EF4-FFF2-40B4-BE49-F238E27FC236}">
                <a16:creationId xmlns:a16="http://schemas.microsoft.com/office/drawing/2014/main" id="{294F0A56-966E-4BB9-BA6C-4BF3118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단계 상태 흐름 — 판 사이의 리듬</a:t>
            </a:r>
          </a:p>
        </p:txBody>
      </p:sp>
      <p:sp>
        <p:nvSpPr>
          <p:cNvPr id="397" name="Shape 2">
            <a:extLst xmlns:a="http://schemas.openxmlformats.org/drawingml/2006/main">
              <a:ext uri="{FF2B5EF4-FFF2-40B4-BE49-F238E27FC236}">
                <a16:creationId xmlns:a16="http://schemas.microsoft.com/office/drawing/2014/main" id="{FFB85072-503D-4E81-9312-F7DE5E7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8" name="Shape 3">
            <a:extLst xmlns:a="http://schemas.openxmlformats.org/drawingml/2006/main">
              <a:ext uri="{FF2B5EF4-FFF2-40B4-BE49-F238E27FC236}">
                <a16:creationId xmlns:a16="http://schemas.microsoft.com/office/drawing/2014/main" id="{1ECD8FBF-F715-4707-8904-5792C5B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9" name="Text 4">
            <a:extLst xmlns:a="http://schemas.openxmlformats.org/drawingml/2006/main">
              <a:ext uri="{FF2B5EF4-FFF2-40B4-BE49-F238E27FC236}">
                <a16:creationId xmlns:a16="http://schemas.microsoft.com/office/drawing/2014/main" id="{DFF6FDBE-86C6-4F97-81CC-BFE58D5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0" name="Text 5">
            <a:extLst xmlns:a="http://schemas.openxmlformats.org/drawingml/2006/main">
              <a:ext uri="{FF2B5EF4-FFF2-40B4-BE49-F238E27FC236}">
                <a16:creationId xmlns:a16="http://schemas.microsoft.com/office/drawing/2014/main" id="{FB87A983-834C-46DF-BCA3-8ECC5DC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중</a:t>
            </a:r>
          </a:p>
        </p:txBody>
      </p:sp>
      <p:sp>
        <p:nvSpPr>
          <p:cNvPr id="401" name="Text 6">
            <a:extLst xmlns:a="http://schemas.openxmlformats.org/drawingml/2006/main">
              <a:ext uri="{FF2B5EF4-FFF2-40B4-BE49-F238E27FC236}">
                <a16:creationId xmlns:a16="http://schemas.microsoft.com/office/drawing/2014/main" id="{E01BBE9C-F1E3-46C5-98F5-647A11E7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트리는 열람 가능</a:t>
            </a:r>
          </a:p>
        </p:txBody>
      </p:sp>
      <p:sp>
        <p:nvSpPr>
          <p:cNvPr id="402" name="Shape 7">
            <a:extLst xmlns:a="http://schemas.openxmlformats.org/drawingml/2006/main">
              <a:ext uri="{FF2B5EF4-FFF2-40B4-BE49-F238E27FC236}">
                <a16:creationId xmlns:a16="http://schemas.microsoft.com/office/drawing/2014/main" id="{2556A24E-BFEC-4D63-B187-2802088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22860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3" name="Shape 8">
            <a:extLst xmlns:a="http://schemas.openxmlformats.org/drawingml/2006/main">
              <a:ext uri="{FF2B5EF4-FFF2-40B4-BE49-F238E27FC236}">
                <a16:creationId xmlns:a16="http://schemas.microsoft.com/office/drawing/2014/main" id="{1C06BF04-6C2A-4917-8CF4-54589597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4" name="Shape 9">
            <a:extLst xmlns:a="http://schemas.openxmlformats.org/drawingml/2006/main">
              <a:ext uri="{FF2B5EF4-FFF2-40B4-BE49-F238E27FC236}">
                <a16:creationId xmlns:a16="http://schemas.microsoft.com/office/drawing/2014/main" id="{4D4380FE-7835-46C2-9D00-1EA9017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5" name="Text 10">
            <a:extLst xmlns:a="http://schemas.openxmlformats.org/drawingml/2006/main">
              <a:ext uri="{FF2B5EF4-FFF2-40B4-BE49-F238E27FC236}">
                <a16:creationId xmlns:a16="http://schemas.microsoft.com/office/drawing/2014/main" id="{81CF9C46-6C0A-466F-985E-D634896C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6" name="Text 11">
            <a:extLst xmlns:a="http://schemas.openxmlformats.org/drawingml/2006/main">
              <a:ext uri="{FF2B5EF4-FFF2-40B4-BE49-F238E27FC236}">
                <a16:creationId xmlns:a16="http://schemas.microsoft.com/office/drawing/2014/main" id="{DD94EFB5-4D7D-4E24-BD2F-FB908FF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준비 완료</a:t>
            </a:r>
          </a:p>
        </p:txBody>
      </p:sp>
      <p:sp>
        <p:nvSpPr>
          <p:cNvPr id="407" name="Text 12">
            <a:extLst xmlns:a="http://schemas.openxmlformats.org/drawingml/2006/main">
              <a:ext uri="{FF2B5EF4-FFF2-40B4-BE49-F238E27FC236}">
                <a16:creationId xmlns:a16="http://schemas.microsoft.com/office/drawing/2014/main" id="{457A8695-042A-4E70-89BD-5406A0A8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시작 없음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반짝임</a:t>
            </a:r>
          </a:p>
        </p:txBody>
      </p:sp>
      <p:sp>
        <p:nvSpPr>
          <p:cNvPr id="408" name="Shape 13">
            <a:extLst xmlns:a="http://schemas.openxmlformats.org/drawingml/2006/main">
              <a:ext uri="{FF2B5EF4-FFF2-40B4-BE49-F238E27FC236}">
                <a16:creationId xmlns:a16="http://schemas.microsoft.com/office/drawing/2014/main" id="{3CBF9F51-46D0-4FAB-8C63-2654F3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9" name="Shape 14">
            <a:extLst xmlns:a="http://schemas.openxmlformats.org/drawingml/2006/main">
              <a:ext uri="{FF2B5EF4-FFF2-40B4-BE49-F238E27FC236}">
                <a16:creationId xmlns:a16="http://schemas.microsoft.com/office/drawing/2014/main" id="{AE1983F3-7128-4901-9495-2D3253C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0" name="Shape 15">
            <a:extLst xmlns:a="http://schemas.openxmlformats.org/drawingml/2006/main">
              <a:ext uri="{FF2B5EF4-FFF2-40B4-BE49-F238E27FC236}">
                <a16:creationId xmlns:a16="http://schemas.microsoft.com/office/drawing/2014/main" id="{808C89E5-56E6-4196-A417-103C00E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1" name="Text 16">
            <a:extLst xmlns:a="http://schemas.openxmlformats.org/drawingml/2006/main">
              <a:ext uri="{FF2B5EF4-FFF2-40B4-BE49-F238E27FC236}">
                <a16:creationId xmlns:a16="http://schemas.microsoft.com/office/drawing/2014/main" id="{A24230D3-757F-4AF3-BB96-367DBFA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2" name="Text 17">
            <a:extLst xmlns:a="http://schemas.openxmlformats.org/drawingml/2006/main">
              <a:ext uri="{FF2B5EF4-FFF2-40B4-BE49-F238E27FC236}">
                <a16:creationId xmlns:a16="http://schemas.microsoft.com/office/drawing/2014/main" id="{28DD41E9-1933-4C42-AB69-D683720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준비</a:t>
            </a:r>
          </a:p>
        </p:txBody>
      </p:sp>
      <p:sp>
        <p:nvSpPr>
          <p:cNvPr id="413" name="Text 18">
            <a:extLst xmlns:a="http://schemas.openxmlformats.org/drawingml/2006/main">
              <a:ext uri="{FF2B5EF4-FFF2-40B4-BE49-F238E27FC236}">
                <a16:creationId xmlns:a16="http://schemas.microsoft.com/office/drawing/2014/main" id="{5397ADEE-06AD-4E98-884C-6C2DFCE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기록 확인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무제한</a:t>
            </a:r>
          </a:p>
        </p:txBody>
      </p:sp>
      <p:sp>
        <p:nvSpPr>
          <p:cNvPr id="414" name="Shape 19">
            <a:extLst xmlns:a="http://schemas.openxmlformats.org/drawingml/2006/main">
              <a:ext uri="{FF2B5EF4-FFF2-40B4-BE49-F238E27FC236}">
                <a16:creationId xmlns:a16="http://schemas.microsoft.com/office/drawing/2014/main" id="{025D98B5-CE94-4F29-A80A-9933E3B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5" name="Shape 20">
            <a:extLst xmlns:a="http://schemas.openxmlformats.org/drawingml/2006/main">
              <a:ext uri="{FF2B5EF4-FFF2-40B4-BE49-F238E27FC236}">
                <a16:creationId xmlns:a16="http://schemas.microsoft.com/office/drawing/2014/main" id="{346F48C3-6D7C-4FAE-8DB5-A9A2D32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6" name="Shape 21">
            <a:extLst xmlns:a="http://schemas.openxmlformats.org/drawingml/2006/main">
              <a:ext uri="{FF2B5EF4-FFF2-40B4-BE49-F238E27FC236}">
                <a16:creationId xmlns:a16="http://schemas.microsoft.com/office/drawing/2014/main" id="{EDF0C5C6-C594-44BE-B566-ABF6D4C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7" name="Text 22">
            <a:extLst xmlns:a="http://schemas.openxmlformats.org/drawingml/2006/main">
              <a:ext uri="{FF2B5EF4-FFF2-40B4-BE49-F238E27FC236}">
                <a16:creationId xmlns:a16="http://schemas.microsoft.com/office/drawing/2014/main" id="{E27EC457-7F15-41BF-8D8D-B5250CD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8" name="Text 23">
            <a:extLst xmlns:a="http://schemas.openxmlformats.org/drawingml/2006/main">
              <a:ext uri="{FF2B5EF4-FFF2-40B4-BE49-F238E27FC236}">
                <a16:creationId xmlns:a16="http://schemas.microsoft.com/office/drawing/2014/main" id="{2CA54CB3-0E1F-4447-BF8C-49FB4688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카운트다운</a:t>
            </a:r>
          </a:p>
        </p:txBody>
      </p:sp>
      <p:sp>
        <p:nvSpPr>
          <p:cNvPr id="419" name="Text 24">
            <a:extLst xmlns:a="http://schemas.openxmlformats.org/drawingml/2006/main">
              <a:ext uri="{FF2B5EF4-FFF2-40B4-BE49-F238E27FC236}">
                <a16:creationId xmlns:a16="http://schemas.microsoft.com/office/drawing/2014/main" id="{DEE36908-F807-42CC-8D07-9AD8EC5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3·2·1 — 부유 스테이지 공개</a:t>
            </a:r>
          </a:p>
        </p:txBody>
      </p:sp>
      <p:sp>
        <p:nvSpPr>
          <p:cNvPr id="420" name="Shape 25">
            <a:extLst xmlns:a="http://schemas.openxmlformats.org/drawingml/2006/main">
              <a:ext uri="{FF2B5EF4-FFF2-40B4-BE49-F238E27FC236}">
                <a16:creationId xmlns:a16="http://schemas.microsoft.com/office/drawing/2014/main" id="{14C216F3-913D-4F22-B25B-5977DA1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1" name="Shape 26">
            <a:extLst xmlns:a="http://schemas.openxmlformats.org/drawingml/2006/main">
              <a:ext uri="{FF2B5EF4-FFF2-40B4-BE49-F238E27FC236}">
                <a16:creationId xmlns:a16="http://schemas.microsoft.com/office/drawing/2014/main" id="{48CD59C7-CA2C-4EC1-B572-33CB93E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2" name="Text 27">
            <a:extLst xmlns:a="http://schemas.openxmlformats.org/drawingml/2006/main">
              <a:ext uri="{FF2B5EF4-FFF2-40B4-BE49-F238E27FC236}">
                <a16:creationId xmlns:a16="http://schemas.microsoft.com/office/drawing/2014/main" id="{53BC46A9-8043-4A34-BD18-B05FB42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3" name="Text 28">
            <a:extLst xmlns:a="http://schemas.openxmlformats.org/drawingml/2006/main">
              <a:ext uri="{FF2B5EF4-FFF2-40B4-BE49-F238E27FC236}">
                <a16:creationId xmlns:a16="http://schemas.microsoft.com/office/drawing/2014/main" id="{66FB8BC7-D07B-40A1-8349-A6C4B4E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능동 채굴</a:t>
            </a:r>
          </a:p>
        </p:txBody>
      </p:sp>
      <p:sp>
        <p:nvSpPr>
          <p:cNvPr id="424" name="Text 29">
            <a:extLst xmlns:a="http://schemas.openxmlformats.org/drawingml/2006/main">
              <a:ext uri="{FF2B5EF4-FFF2-40B4-BE49-F238E27FC236}">
                <a16:creationId xmlns:a16="http://schemas.microsoft.com/office/drawing/2014/main" id="{C919FE88-FD69-4EF9-845B-7515EB7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정확히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구매 불가</a:t>
            </a:r>
          </a:p>
        </p:txBody>
      </p:sp>
      <p:sp>
        <p:nvSpPr>
          <p:cNvPr id="425" name="Shape 30">
            <a:extLst xmlns:a="http://schemas.openxmlformats.org/drawingml/2006/main">
              <a:ext uri="{FF2B5EF4-FFF2-40B4-BE49-F238E27FC236}">
                <a16:creationId xmlns:a16="http://schemas.microsoft.com/office/drawing/2014/main" id="{42A5AB33-5E93-45B3-AA6D-5720C916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36576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6" name="Shape 31">
            <a:extLst xmlns:a="http://schemas.openxmlformats.org/drawingml/2006/main">
              <a:ext uri="{FF2B5EF4-FFF2-40B4-BE49-F238E27FC236}">
                <a16:creationId xmlns:a16="http://schemas.microsoft.com/office/drawing/2014/main" id="{F8D505D6-99A7-459E-8FBE-DB1FDB0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7" name="Shape 32">
            <a:extLst xmlns:a="http://schemas.openxmlformats.org/drawingml/2006/main">
              <a:ext uri="{FF2B5EF4-FFF2-40B4-BE49-F238E27FC236}">
                <a16:creationId xmlns:a16="http://schemas.microsoft.com/office/drawing/2014/main" id="{2AB1C716-5566-45F0-8AA5-91AF656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8" name="Text 33">
            <a:extLst xmlns:a="http://schemas.openxmlformats.org/drawingml/2006/main">
              <a:ext uri="{FF2B5EF4-FFF2-40B4-BE49-F238E27FC236}">
                <a16:creationId xmlns:a16="http://schemas.microsoft.com/office/drawing/2014/main" id="{EB097AE1-E430-413E-ABA6-9C8154B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9" name="Text 34">
            <a:extLst xmlns:a="http://schemas.openxmlformats.org/drawingml/2006/main">
              <a:ext uri="{FF2B5EF4-FFF2-40B4-BE49-F238E27FC236}">
                <a16:creationId xmlns:a16="http://schemas.microsoft.com/office/drawing/2014/main" id="{1F5B911C-9099-43C6-B634-36836D7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30" name="Text 35">
            <a:extLst xmlns:a="http://schemas.openxmlformats.org/drawingml/2006/main">
              <a:ext uri="{FF2B5EF4-FFF2-40B4-BE49-F238E27FC236}">
                <a16:creationId xmlns:a16="http://schemas.microsoft.com/office/drawing/2014/main" id="{AC71FA7C-F5ED-4502-9D68-B91802C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피치 상승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번짐</a:t>
            </a:r>
          </a:p>
        </p:txBody>
      </p:sp>
      <p:sp>
        <p:nvSpPr>
          <p:cNvPr id="431" name="Shape 36">
            <a:extLst xmlns:a="http://schemas.openxmlformats.org/drawingml/2006/main">
              <a:ext uri="{FF2B5EF4-FFF2-40B4-BE49-F238E27FC236}">
                <a16:creationId xmlns:a16="http://schemas.microsoft.com/office/drawing/2014/main" id="{E36508EC-7AD0-4DA9-8382-B7ED707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2" name="Shape 37">
            <a:extLst xmlns:a="http://schemas.openxmlformats.org/drawingml/2006/main">
              <a:ext uri="{FF2B5EF4-FFF2-40B4-BE49-F238E27FC236}">
                <a16:creationId xmlns:a16="http://schemas.microsoft.com/office/drawing/2014/main" id="{675BFFA5-0877-49C0-BCE7-12F1077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3" name="Shape 38">
            <a:extLst xmlns:a="http://schemas.openxmlformats.org/drawingml/2006/main">
              <a:ext uri="{FF2B5EF4-FFF2-40B4-BE49-F238E27FC236}">
                <a16:creationId xmlns:a16="http://schemas.microsoft.com/office/drawing/2014/main" id="{3A1A831D-C09E-4703-908F-C5E85BF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4" name="Text 39">
            <a:extLst xmlns:a="http://schemas.openxmlformats.org/drawingml/2006/main">
              <a:ext uri="{FF2B5EF4-FFF2-40B4-BE49-F238E27FC236}">
                <a16:creationId xmlns:a16="http://schemas.microsoft.com/office/drawing/2014/main" id="{466AF6FF-7609-4854-BA46-C1F8574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5" name="Text 40">
            <a:extLst xmlns:a="http://schemas.openxmlformats.org/drawingml/2006/main">
              <a:ext uri="{FF2B5EF4-FFF2-40B4-BE49-F238E27FC236}">
                <a16:creationId xmlns:a16="http://schemas.microsoft.com/office/drawing/2014/main" id="{54AC6D2D-790F-4CF0-9138-44D2935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타임업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436" name="Text 41">
            <a:extLst xmlns:a="http://schemas.openxmlformats.org/drawingml/2006/main">
              <a:ext uri="{FF2B5EF4-FFF2-40B4-BE49-F238E27FC236}">
                <a16:creationId xmlns:a16="http://schemas.microsoft.com/office/drawing/2014/main" id="{4C545B09-FF45-45EE-83D5-1538593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일제 동결</a:t>
            </a:r>
          </a:p>
        </p:txBody>
      </p:sp>
      <p:sp>
        <p:nvSpPr>
          <p:cNvPr id="437" name="Shape 42">
            <a:extLst xmlns:a="http://schemas.openxmlformats.org/drawingml/2006/main">
              <a:ext uri="{FF2B5EF4-FFF2-40B4-BE49-F238E27FC236}">
                <a16:creationId xmlns:a16="http://schemas.microsoft.com/office/drawing/2014/main" id="{298A823B-C3B2-4D65-9036-9DA2D71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Shape 43">
            <a:extLst xmlns:a="http://schemas.openxmlformats.org/drawingml/2006/main">
              <a:ext uri="{FF2B5EF4-FFF2-40B4-BE49-F238E27FC236}">
                <a16:creationId xmlns:a16="http://schemas.microsoft.com/office/drawing/2014/main" id="{8493482F-2EB6-4E69-B2A0-632FEF0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9" name="Shape 44">
            <a:extLst xmlns:a="http://schemas.openxmlformats.org/drawingml/2006/main">
              <a:ext uri="{FF2B5EF4-FFF2-40B4-BE49-F238E27FC236}">
                <a16:creationId xmlns:a16="http://schemas.microsoft.com/office/drawing/2014/main" id="{EF7175CC-C0DD-4065-B2FB-391FCD6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0" name="Text 45">
            <a:extLst xmlns:a="http://schemas.openxmlformats.org/drawingml/2006/main">
              <a:ext uri="{FF2B5EF4-FFF2-40B4-BE49-F238E27FC236}">
                <a16:creationId xmlns:a16="http://schemas.microsoft.com/office/drawing/2014/main" id="{A340563E-4550-4472-90BD-B1F7D81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41" name="Text 46">
            <a:extLst xmlns:a="http://schemas.openxmlformats.org/drawingml/2006/main">
              <a:ext uri="{FF2B5EF4-FFF2-40B4-BE49-F238E27FC236}">
                <a16:creationId xmlns:a16="http://schemas.microsoft.com/office/drawing/2014/main" id="{A265A911-1E2E-400D-9A2D-9BA75DB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442" name="Text 47">
            <a:extLst xmlns:a="http://schemas.openxmlformats.org/drawingml/2006/main">
              <a:ext uri="{FF2B5EF4-FFF2-40B4-BE49-F238E27FC236}">
                <a16:creationId xmlns:a16="http://schemas.microsoft.com/office/drawing/2014/main" id="{5ADBF113-48FA-45EC-B04E-7CAC0A8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구매 → 접기 →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</a:t>
            </a:r>
          </a:p>
        </p:txBody>
      </p:sp>
      <p:sp>
        <p:nvSpPr>
          <p:cNvPr id="443" name="Shape 48">
            <a:extLst xmlns:a="http://schemas.openxmlformats.org/drawingml/2006/main">
              <a:ext uri="{FF2B5EF4-FFF2-40B4-BE49-F238E27FC236}">
                <a16:creationId xmlns:a16="http://schemas.microsoft.com/office/drawing/2014/main" id="{E2BD0087-1872-47F9-A5BF-571E136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898360"/>
            <a:ext cx="360" cy="6037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4" name="Shape 49">
            <a:extLst xmlns:a="http://schemas.openxmlformats.org/drawingml/2006/main">
              <a:ext uri="{FF2B5EF4-FFF2-40B4-BE49-F238E27FC236}">
                <a16:creationId xmlns:a16="http://schemas.microsoft.com/office/drawing/2014/main" id="{7206166C-255F-47BE-902B-19AD0A7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63880" cy="15084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5" name="Text 50">
            <a:extLst xmlns:a="http://schemas.openxmlformats.org/drawingml/2006/main">
              <a:ext uri="{FF2B5EF4-FFF2-40B4-BE49-F238E27FC236}">
                <a16:creationId xmlns:a16="http://schemas.microsoft.com/office/drawing/2014/main" id="{8EAC9788-E08C-4BD1-B380-014A921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7324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재결빙 시간 — 빌드별로 다르다</a:t>
            </a:r>
          </a:p>
        </p:txBody>
      </p:sp>
      <p:sp>
        <p:nvSpPr>
          <p:cNvPr id="446" name="Shape 51">
            <a:extLst xmlns:a="http://schemas.openxmlformats.org/drawingml/2006/main">
              <a:ext uri="{FF2B5EF4-FFF2-40B4-BE49-F238E27FC236}">
                <a16:creationId xmlns:a16="http://schemas.microsoft.com/office/drawing/2014/main" id="{9A399017-C001-4013-A236-5E5ECA3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7" name="Text 52">
            <a:extLst xmlns:a="http://schemas.openxmlformats.org/drawingml/2006/main">
              <a:ext uri="{FF2B5EF4-FFF2-40B4-BE49-F238E27FC236}">
                <a16:creationId xmlns:a16="http://schemas.microsoft.com/office/drawing/2014/main" id="{E22ED654-C198-4EDB-9FE0-9F3673C9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최초 실행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즉시</a:t>
            </a:r>
          </a:p>
        </p:txBody>
      </p:sp>
      <p:sp>
        <p:nvSpPr>
          <p:cNvPr id="448" name="Shape 53">
            <a:extLst xmlns:a="http://schemas.openxmlformats.org/drawingml/2006/main">
              <a:ext uri="{FF2B5EF4-FFF2-40B4-BE49-F238E27FC236}">
                <a16:creationId xmlns:a16="http://schemas.microsoft.com/office/drawing/2014/main" id="{1DC6539B-C336-4ABC-8D02-2CB0799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9" name="Text 54">
            <a:extLst xmlns:a="http://schemas.openxmlformats.org/drawingml/2006/main">
              <a:ext uri="{FF2B5EF4-FFF2-40B4-BE49-F238E27FC236}">
                <a16:creationId xmlns:a16="http://schemas.microsoft.com/office/drawing/2014/main" id="{31DF1BA5-A504-4B87-9587-F05BDFB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게임잼 빌드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0" name="Shape 55">
            <a:extLst xmlns:a="http://schemas.openxmlformats.org/drawingml/2006/main">
              <a:ext uri="{FF2B5EF4-FFF2-40B4-BE49-F238E27FC236}">
                <a16:creationId xmlns:a16="http://schemas.microsoft.com/office/drawing/2014/main" id="{627FAB45-40E8-4615-BD29-034AFEF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1" name="Text 56">
            <a:extLst xmlns:a="http://schemas.openxmlformats.org/drawingml/2006/main">
              <a:ext uri="{FF2B5EF4-FFF2-40B4-BE49-F238E27FC236}">
                <a16:creationId xmlns:a16="http://schemas.microsoft.com/office/drawing/2014/main" id="{142E80DD-F2E8-4B1C-B14C-692660F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발표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시연 옵션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2" name="Shape 57">
            <a:extLst xmlns:a="http://schemas.openxmlformats.org/drawingml/2006/main">
              <a:ext uri="{FF2B5EF4-FFF2-40B4-BE49-F238E27FC236}">
                <a16:creationId xmlns:a16="http://schemas.microsoft.com/office/drawing/2014/main" id="{A09FDFA0-0EC5-4DFF-AC14-2A7E71C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3" name="Text 58">
            <a:extLst xmlns:a="http://schemas.openxmlformats.org/drawingml/2006/main">
              <a:ext uri="{FF2B5EF4-FFF2-40B4-BE49-F238E27FC236}">
                <a16:creationId xmlns:a16="http://schemas.microsoft.com/office/drawing/2014/main" id="{C1017804-F600-4092-94CE-DCB4F1A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본편 목표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454" name="Text 59">
            <a:extLst xmlns:a="http://schemas.openxmlformats.org/drawingml/2006/main">
              <a:ext uri="{FF2B5EF4-FFF2-40B4-BE49-F238E27FC236}">
                <a16:creationId xmlns:a16="http://schemas.microsoft.com/office/drawing/2014/main" id="{A85C1B1A-B098-4CAD-8399-205BD41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79080"/>
            <a:ext cx="105152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잼에서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분을 기다리게 하면 심사 시간 안에 두 번째 판을 못 본다 —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초면 결과 확인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트리 선택 동안 자연히 지나간다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오프라인에도 타임스탬프 차분으로 진행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55" name="Text 60">
            <a:extLst xmlns:a="http://schemas.openxmlformats.org/drawingml/2006/main">
              <a:ext uri="{FF2B5EF4-FFF2-40B4-BE49-F238E27FC236}">
                <a16:creationId xmlns:a16="http://schemas.microsoft.com/office/drawing/2014/main" id="{99DAAA84-A05F-4244-A97A-08B26D4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5114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" name="Text 0">
            <a:extLst xmlns:a="http://schemas.openxmlformats.org/drawingml/2006/main">
              <a:ext uri="{FF2B5EF4-FFF2-40B4-BE49-F238E27FC236}">
                <a16:creationId xmlns:a16="http://schemas.microsoft.com/office/drawing/2014/main" id="{D2084476-77BF-40C4-90DF-6760E36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ECONOMY</a:t>
            </a:r>
          </a:p>
        </p:txBody>
      </p:sp>
      <p:sp>
        <p:nvSpPr>
          <p:cNvPr id="457" name="Text 1">
            <a:extLst xmlns:a="http://schemas.openxmlformats.org/drawingml/2006/main">
              <a:ext uri="{FF2B5EF4-FFF2-40B4-BE49-F238E27FC236}">
                <a16:creationId xmlns:a16="http://schemas.microsoft.com/office/drawing/2014/main" id="{91BA9C4D-0542-4235-AABE-9F16D46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골드 하나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트리 하나 — 전부 영구</a:t>
            </a:r>
          </a:p>
        </p:txBody>
      </p:sp>
      <p:sp>
        <p:nvSpPr>
          <p:cNvPr id="458" name="Shape 2">
            <a:extLst xmlns:a="http://schemas.openxmlformats.org/drawingml/2006/main">
              <a:ext uri="{FF2B5EF4-FFF2-40B4-BE49-F238E27FC236}">
                <a16:creationId xmlns:a16="http://schemas.microsoft.com/office/drawing/2014/main" id="{725243AC-C80F-4BA1-BBF0-6014DA6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772b377934735"/>
          <a:stretch xmlns:a="http://schemas.openxmlformats.org/drawingml/2006/main"/>
        </p:blipFill>
        <p:spPr>
          <a:xfrm xmlns:a="http://schemas.openxmlformats.org/drawingml/2006/main">
            <a:off x="896040" y="21945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0" name="Text 3">
            <a:extLst xmlns:a="http://schemas.openxmlformats.org/drawingml/2006/main">
              <a:ext uri="{FF2B5EF4-FFF2-40B4-BE49-F238E27FC236}">
                <a16:creationId xmlns:a16="http://schemas.microsoft.com/office/drawing/2014/main" id="{2C9A2896-599F-43CF-B265-64D71F7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0240"/>
            <a:ext cx="18284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 파괴 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61" name="Shape 4">
            <a:extLst xmlns:a="http://schemas.openxmlformats.org/drawingml/2006/main">
              <a:ext uri="{FF2B5EF4-FFF2-40B4-BE49-F238E27FC236}">
                <a16:creationId xmlns:a16="http://schemas.microsoft.com/office/drawing/2014/main" id="{FE90EB3A-9846-40B5-B875-B810F19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88036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2" name="Shape 5">
            <a:extLst xmlns:a="http://schemas.openxmlformats.org/drawingml/2006/main">
              <a:ext uri="{FF2B5EF4-FFF2-40B4-BE49-F238E27FC236}">
                <a16:creationId xmlns:a16="http://schemas.microsoft.com/office/drawing/2014/main" id="{078A8AA1-11B7-4C21-A573-D4D220A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345c41e2d4619"/>
          <a:stretch xmlns:a="http://schemas.openxmlformats.org/drawingml/2006/main"/>
        </p:blipFill>
        <p:spPr>
          <a:xfrm xmlns:a="http://schemas.openxmlformats.org/drawingml/2006/main">
            <a:off x="896040" y="38404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4" name="Text 6">
            <a:extLst xmlns:a="http://schemas.openxmlformats.org/drawingml/2006/main">
              <a:ext uri="{FF2B5EF4-FFF2-40B4-BE49-F238E27FC236}">
                <a16:creationId xmlns:a16="http://schemas.microsoft.com/office/drawing/2014/main" id="{789B6861-7EBF-4573-AA87-F2EF528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6160"/>
            <a:ext cx="18741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none">
                <a:solidFill>
                  <a:srgbClr val="B98A1E"/>
                </a:solidFill>
                <a:latin typeface="Malgun Gothic"/>
                <a:ea typeface="Malgun Gothic"/>
                <a:cs typeface="Malgun Gothic"/>
              </a:rPr>
              <a:t>골드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유일 재화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특수빙도 골드만 준다</a:t>
            </a:r>
          </a:p>
        </p:txBody>
      </p:sp>
      <p:sp>
        <p:nvSpPr>
          <p:cNvPr id="465" name="Shape 7">
            <a:extLst xmlns:a="http://schemas.openxmlformats.org/drawingml/2006/main">
              <a:ext uri="{FF2B5EF4-FFF2-40B4-BE49-F238E27FC236}">
                <a16:creationId xmlns:a16="http://schemas.microsoft.com/office/drawing/2014/main" id="{29B92F0E-A824-44F3-BA5A-FC33F84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52628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6" name="Shape 8">
            <a:extLst xmlns:a="http://schemas.openxmlformats.org/drawingml/2006/main">
              <a:ext uri="{FF2B5EF4-FFF2-40B4-BE49-F238E27FC236}">
                <a16:creationId xmlns:a16="http://schemas.microsoft.com/office/drawing/2014/main" id="{52406FFF-AB17-4F8B-B3BD-61F704C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2651400" cy="9140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7" name="Text 9">
            <a:extLst xmlns:a="http://schemas.openxmlformats.org/drawingml/2006/main">
              <a:ext uri="{FF2B5EF4-FFF2-40B4-BE49-F238E27FC236}">
                <a16:creationId xmlns:a16="http://schemas.microsoft.com/office/drawing/2014/main" id="{0672BB92-970F-4155-974B-E37B9D0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12080"/>
            <a:ext cx="2285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업그레이드 트리 해금</a:t>
            </a:r>
          </a:p>
        </p:txBody>
      </p:sp>
      <p:sp>
        <p:nvSpPr>
          <p:cNvPr id="468" name="Shape 10">
            <a:extLst xmlns:a="http://schemas.openxmlformats.org/drawingml/2006/main">
              <a:ext uri="{FF2B5EF4-FFF2-40B4-BE49-F238E27FC236}">
                <a16:creationId xmlns:a16="http://schemas.microsoft.com/office/drawing/2014/main" id="{2C135022-5314-4519-B694-23ADAE5E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91840" y="3108960"/>
            <a:ext cx="914400" cy="256032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9" name="Text 11">
            <a:extLst xmlns:a="http://schemas.openxmlformats.org/drawingml/2006/main">
              <a:ext uri="{FF2B5EF4-FFF2-40B4-BE49-F238E27FC236}">
                <a16:creationId xmlns:a16="http://schemas.microsoft.com/office/drawing/2014/main" id="{0F522307-615A-4BE4-AD4C-B7651FF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48056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깊이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많이</a:t>
            </a:r>
          </a:p>
        </p:txBody>
      </p:sp>
      <p:sp>
        <p:nvSpPr>
          <p:cNvPr id="470" name="Shape 12">
            <a:extLst xmlns:a="http://schemas.openxmlformats.org/drawingml/2006/main">
              <a:ext uri="{FF2B5EF4-FFF2-40B4-BE49-F238E27FC236}">
                <a16:creationId xmlns:a16="http://schemas.microsoft.com/office/drawing/2014/main" id="{A0062A78-13E9-4866-B819-08B8BFA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783080"/>
            <a:ext cx="6857640" cy="438876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1" name="Text 13">
            <a:extLst xmlns:a="http://schemas.openxmlformats.org/drawingml/2006/main">
              <a:ext uri="{FF2B5EF4-FFF2-40B4-BE49-F238E27FC236}">
                <a16:creationId xmlns:a16="http://schemas.microsoft.com/office/drawing/2014/main" id="{0D03105A-7869-415A-9B96-506A7A5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38600"/>
            <a:ext cx="6309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업그레이드 트리 — 루트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장비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10G) + 4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브랜치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전부 영구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사이에만 구매</a:t>
            </a:r>
          </a:p>
        </p:txBody>
      </p:sp>
      <p:sp>
        <p:nvSpPr>
          <p:cNvPr id="472" name="Shape 14">
            <a:extLst xmlns:a="http://schemas.openxmlformats.org/drawingml/2006/main">
              <a:ext uri="{FF2B5EF4-FFF2-40B4-BE49-F238E27FC236}">
                <a16:creationId xmlns:a16="http://schemas.microsoft.com/office/drawing/2014/main" id="{28FCFB5E-4F8A-44FB-9AC6-1626055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377440"/>
            <a:ext cx="1005480" cy="50256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3" name="Text 15">
            <a:extLst xmlns:a="http://schemas.openxmlformats.org/drawingml/2006/main">
              <a:ext uri="{FF2B5EF4-FFF2-40B4-BE49-F238E27FC236}">
                <a16:creationId xmlns:a16="http://schemas.microsoft.com/office/drawing/2014/main" id="{AE1AE4CD-4B97-47A5-9B48-5984626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377440"/>
            <a:ext cx="10054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강화 장비</a:t>
            </a:r>
          </a:p>
        </p:txBody>
      </p:sp>
      <p:sp>
        <p:nvSpPr>
          <p:cNvPr id="474" name="Shape 16">
            <a:extLst xmlns:a="http://schemas.openxmlformats.org/drawingml/2006/main">
              <a:ext uri="{FF2B5EF4-FFF2-40B4-BE49-F238E27FC236}">
                <a16:creationId xmlns:a16="http://schemas.microsoft.com/office/drawing/2014/main" id="{082EBFBC-0CEB-486A-B0F7-2758171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669280" y="2880360"/>
            <a:ext cx="2514600" cy="41148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5" name="Shape 17">
            <a:extLst xmlns:a="http://schemas.openxmlformats.org/drawingml/2006/main">
              <a:ext uri="{FF2B5EF4-FFF2-40B4-BE49-F238E27FC236}">
                <a16:creationId xmlns:a16="http://schemas.microsoft.com/office/drawing/2014/main" id="{9CC38F28-84A4-49E4-B281-77803BA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291840"/>
            <a:ext cx="12340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6" name="Text 18">
            <a:extLst xmlns:a="http://schemas.openxmlformats.org/drawingml/2006/main">
              <a:ext uri="{FF2B5EF4-FFF2-40B4-BE49-F238E27FC236}">
                <a16:creationId xmlns:a16="http://schemas.microsoft.com/office/drawing/2014/main" id="{6B9B9326-1437-4100-BF4C-73ABDC8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291840"/>
            <a:ext cx="1234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직접 파쇄</a:t>
            </a:r>
          </a:p>
        </p:txBody>
      </p:sp>
      <p:sp>
        <p:nvSpPr>
          <p:cNvPr id="477" name="Shape 19">
            <a:extLst xmlns:a="http://schemas.openxmlformats.org/drawingml/2006/main">
              <a:ext uri="{FF2B5EF4-FFF2-40B4-BE49-F238E27FC236}">
                <a16:creationId xmlns:a16="http://schemas.microsoft.com/office/drawing/2014/main" id="{44C8918A-13BE-4AF4-A189-08E9F45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400" y="374904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8" name="Shape 20">
            <a:extLst xmlns:a="http://schemas.openxmlformats.org/drawingml/2006/main">
              <a:ext uri="{FF2B5EF4-FFF2-40B4-BE49-F238E27FC236}">
                <a16:creationId xmlns:a16="http://schemas.microsoft.com/office/drawing/2014/main" id="{67836EE6-6AF3-425F-A209-9C34500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97764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9" name="Shape 21">
            <a:extLst xmlns:a="http://schemas.openxmlformats.org/drawingml/2006/main">
              <a:ext uri="{FF2B5EF4-FFF2-40B4-BE49-F238E27FC236}">
                <a16:creationId xmlns:a16="http://schemas.microsoft.com/office/drawing/2014/main" id="{A55C0DB1-301E-41D8-A96E-147FD72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400" y="429768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0" name="Shape 22">
            <a:extLst xmlns:a="http://schemas.openxmlformats.org/drawingml/2006/main">
              <a:ext uri="{FF2B5EF4-FFF2-40B4-BE49-F238E27FC236}">
                <a16:creationId xmlns:a16="http://schemas.microsoft.com/office/drawing/2014/main" id="{E8E0D3D3-4104-40C1-A3C2-2412CEC9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52628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1" name="Shape 23">
            <a:extLst xmlns:a="http://schemas.openxmlformats.org/drawingml/2006/main">
              <a:ext uri="{FF2B5EF4-FFF2-40B4-BE49-F238E27FC236}">
                <a16:creationId xmlns:a16="http://schemas.microsoft.com/office/drawing/2014/main" id="{DD298B57-F896-4D11-9B0F-7AC9F88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400" y="484632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2" name="Shape 24">
            <a:extLst xmlns:a="http://schemas.openxmlformats.org/drawingml/2006/main">
              <a:ext uri="{FF2B5EF4-FFF2-40B4-BE49-F238E27FC236}">
                <a16:creationId xmlns:a16="http://schemas.microsoft.com/office/drawing/2014/main" id="{EBB1660B-230A-48E8-BBBB-323F8CDC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507492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3" name="Text 25">
            <a:extLst xmlns:a="http://schemas.openxmlformats.org/drawingml/2006/main">
              <a:ext uri="{FF2B5EF4-FFF2-40B4-BE49-F238E27FC236}">
                <a16:creationId xmlns:a16="http://schemas.microsoft.com/office/drawing/2014/main" id="{F6AF4D1D-D274-49BA-AC6F-A272E91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20" y="5669280"/>
            <a:ext cx="164556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파쇄력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×1.6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연타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10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회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급소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15%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과잉 파쇄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피해 전이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84" name="Shape 26">
            <a:extLst xmlns:a="http://schemas.openxmlformats.org/drawingml/2006/main">
              <a:ext uri="{FF2B5EF4-FFF2-40B4-BE49-F238E27FC236}">
                <a16:creationId xmlns:a16="http://schemas.microsoft.com/office/drawing/2014/main" id="{3E777264-A7B4-446B-8642-F60868B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360920" y="2880360"/>
            <a:ext cx="822960" cy="41148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5" name="Shape 27">
            <a:extLst xmlns:a="http://schemas.openxmlformats.org/drawingml/2006/main">
              <a:ext uri="{FF2B5EF4-FFF2-40B4-BE49-F238E27FC236}">
                <a16:creationId xmlns:a16="http://schemas.microsoft.com/office/drawing/2014/main" id="{CB55780C-C5C0-447D-9FDA-BB02B72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0"/>
            <a:ext cx="12340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6" name="Text 28">
            <a:extLst xmlns:a="http://schemas.openxmlformats.org/drawingml/2006/main">
              <a:ext uri="{FF2B5EF4-FFF2-40B4-BE49-F238E27FC236}">
                <a16:creationId xmlns:a16="http://schemas.microsoft.com/office/drawing/2014/main" id="{4B005E46-E94A-4392-BC5B-D6B6996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0"/>
            <a:ext cx="1234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487" name="Shape 29">
            <a:extLst xmlns:a="http://schemas.openxmlformats.org/drawingml/2006/main">
              <a:ext uri="{FF2B5EF4-FFF2-40B4-BE49-F238E27FC236}">
                <a16:creationId xmlns:a16="http://schemas.microsoft.com/office/drawing/2014/main" id="{8887B717-67C9-4B25-BC06-B57D16AE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040" y="374904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8" name="Shape 30">
            <a:extLst xmlns:a="http://schemas.openxmlformats.org/drawingml/2006/main">
              <a:ext uri="{FF2B5EF4-FFF2-40B4-BE49-F238E27FC236}">
                <a16:creationId xmlns:a16="http://schemas.microsoft.com/office/drawing/2014/main" id="{141E7E6F-2D6E-4C3D-9087-E369F7A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7764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9" name="Shape 31">
            <a:extLst xmlns:a="http://schemas.openxmlformats.org/drawingml/2006/main">
              <a:ext uri="{FF2B5EF4-FFF2-40B4-BE49-F238E27FC236}">
                <a16:creationId xmlns:a16="http://schemas.microsoft.com/office/drawing/2014/main" id="{98FD94FB-CC95-494C-A3F5-B68121D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040" y="429768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0" name="Shape 32">
            <a:extLst xmlns:a="http://schemas.openxmlformats.org/drawingml/2006/main">
              <a:ext uri="{FF2B5EF4-FFF2-40B4-BE49-F238E27FC236}">
                <a16:creationId xmlns:a16="http://schemas.microsoft.com/office/drawing/2014/main" id="{409151D6-C9AD-4E7B-9CE9-90BC8AB2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2628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1" name="Shape 33">
            <a:extLst xmlns:a="http://schemas.openxmlformats.org/drawingml/2006/main">
              <a:ext uri="{FF2B5EF4-FFF2-40B4-BE49-F238E27FC236}">
                <a16:creationId xmlns:a16="http://schemas.microsoft.com/office/drawing/2014/main" id="{07817BA7-64F4-43E2-B217-9853991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040" y="484632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2" name="Shape 34">
            <a:extLst xmlns:a="http://schemas.openxmlformats.org/drawingml/2006/main">
              <a:ext uri="{FF2B5EF4-FFF2-40B4-BE49-F238E27FC236}">
                <a16:creationId xmlns:a16="http://schemas.microsoft.com/office/drawing/2014/main" id="{95CACF15-CFFB-4AB5-A40B-3B40E2A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7492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3" name="Text 35">
            <a:extLst xmlns:a="http://schemas.openxmlformats.org/drawingml/2006/main">
              <a:ext uri="{FF2B5EF4-FFF2-40B4-BE49-F238E27FC236}">
                <a16:creationId xmlns:a16="http://schemas.microsoft.com/office/drawing/2014/main" id="{74D08596-CADE-4326-BCB9-2C687D7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760" y="5669280"/>
            <a:ext cx="164556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송곳 → 다중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표적 분석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→ 공명 드릴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크리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94" name="Shape 36">
            <a:extLst xmlns:a="http://schemas.openxmlformats.org/drawingml/2006/main">
              <a:ext uri="{FF2B5EF4-FFF2-40B4-BE49-F238E27FC236}">
                <a16:creationId xmlns:a16="http://schemas.microsoft.com/office/drawing/2014/main" id="{6C8A227E-97FB-4749-92AD-9784C1D3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880360"/>
            <a:ext cx="868680" cy="41148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5" name="Shape 37">
            <a:extLst xmlns:a="http://schemas.openxmlformats.org/drawingml/2006/main">
              <a:ext uri="{FF2B5EF4-FFF2-40B4-BE49-F238E27FC236}">
                <a16:creationId xmlns:a16="http://schemas.microsoft.com/office/drawing/2014/main" id="{2923B6FC-2CF9-4FF3-8972-D724402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291840"/>
            <a:ext cx="12340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6" name="Text 38">
            <a:extLst xmlns:a="http://schemas.openxmlformats.org/drawingml/2006/main">
              <a:ext uri="{FF2B5EF4-FFF2-40B4-BE49-F238E27FC236}">
                <a16:creationId xmlns:a16="http://schemas.microsoft.com/office/drawing/2014/main" id="{9A06350C-7491-43CF-8568-4414058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291840"/>
            <a:ext cx="1234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연쇄 파괴</a:t>
            </a:r>
          </a:p>
        </p:txBody>
      </p:sp>
      <p:sp>
        <p:nvSpPr>
          <p:cNvPr id="497" name="Shape 39">
            <a:extLst xmlns:a="http://schemas.openxmlformats.org/drawingml/2006/main">
              <a:ext uri="{FF2B5EF4-FFF2-40B4-BE49-F238E27FC236}">
                <a16:creationId xmlns:a16="http://schemas.microsoft.com/office/drawing/2014/main" id="{6AAA1D26-F6A4-4131-9281-0546C7A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680" y="374904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8" name="Shape 40">
            <a:extLst xmlns:a="http://schemas.openxmlformats.org/drawingml/2006/main">
              <a:ext uri="{FF2B5EF4-FFF2-40B4-BE49-F238E27FC236}">
                <a16:creationId xmlns:a16="http://schemas.microsoft.com/office/drawing/2014/main" id="{87C18C74-8126-45FA-B879-40BC483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97764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9" name="Shape 41">
            <a:extLst xmlns:a="http://schemas.openxmlformats.org/drawingml/2006/main">
              <a:ext uri="{FF2B5EF4-FFF2-40B4-BE49-F238E27FC236}">
                <a16:creationId xmlns:a16="http://schemas.microsoft.com/office/drawing/2014/main" id="{B426C63B-32ED-4779-A7F2-32F5F3C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680" y="429768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0" name="Shape 42">
            <a:extLst xmlns:a="http://schemas.openxmlformats.org/drawingml/2006/main">
              <a:ext uri="{FF2B5EF4-FFF2-40B4-BE49-F238E27FC236}">
                <a16:creationId xmlns:a16="http://schemas.microsoft.com/office/drawing/2014/main" id="{F7653C43-C2BA-4D7A-BE67-EF31D2E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52628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1" name="Shape 43">
            <a:extLst xmlns:a="http://schemas.openxmlformats.org/drawingml/2006/main">
              <a:ext uri="{FF2B5EF4-FFF2-40B4-BE49-F238E27FC236}">
                <a16:creationId xmlns:a16="http://schemas.microsoft.com/office/drawing/2014/main" id="{3E046414-31ED-49C7-8BF5-9A93840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680" y="484632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2" name="Shape 44">
            <a:extLst xmlns:a="http://schemas.openxmlformats.org/drawingml/2006/main">
              <a:ext uri="{FF2B5EF4-FFF2-40B4-BE49-F238E27FC236}">
                <a16:creationId xmlns:a16="http://schemas.microsoft.com/office/drawing/2014/main" id="{93FD09CB-DF6B-445A-A555-72240DF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07492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3" name="Text 45">
            <a:extLst xmlns:a="http://schemas.openxmlformats.org/drawingml/2006/main">
              <a:ext uri="{FF2B5EF4-FFF2-40B4-BE49-F238E27FC236}">
                <a16:creationId xmlns:a16="http://schemas.microsoft.com/office/drawing/2014/main" id="{99E5266C-997C-485A-9E0A-B4F701D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5669280"/>
            <a:ext cx="164556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파편 비산 · 특수빙 증폭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냉기 콤보 ×2 · 광역 붕괴</a:t>
            </a:r>
          </a:p>
        </p:txBody>
      </p:sp>
      <p:sp>
        <p:nvSpPr>
          <p:cNvPr id="504" name="Shape 46">
            <a:extLst xmlns:a="http://schemas.openxmlformats.org/drawingml/2006/main">
              <a:ext uri="{FF2B5EF4-FFF2-40B4-BE49-F238E27FC236}">
                <a16:creationId xmlns:a16="http://schemas.microsoft.com/office/drawing/2014/main" id="{41EFD66F-6695-4B76-8CAA-80EC91DC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880360"/>
            <a:ext cx="2560320" cy="41148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5" name="Shape 47">
            <a:extLst xmlns:a="http://schemas.openxmlformats.org/drawingml/2006/main">
              <a:ext uri="{FF2B5EF4-FFF2-40B4-BE49-F238E27FC236}">
                <a16:creationId xmlns:a16="http://schemas.microsoft.com/office/drawing/2014/main" id="{4285F633-5B18-4CDB-BC96-09C06EA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291840"/>
            <a:ext cx="12340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6" name="Text 48">
            <a:extLst xmlns:a="http://schemas.openxmlformats.org/drawingml/2006/main">
              <a:ext uri="{FF2B5EF4-FFF2-40B4-BE49-F238E27FC236}">
                <a16:creationId xmlns:a16="http://schemas.microsoft.com/office/drawing/2014/main" id="{2E6260F5-959F-4B78-A2F5-ACFF984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291840"/>
            <a:ext cx="1234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심층 탐사</a:t>
            </a:r>
          </a:p>
        </p:txBody>
      </p:sp>
      <p:sp>
        <p:nvSpPr>
          <p:cNvPr id="507" name="Shape 49">
            <a:extLst xmlns:a="http://schemas.openxmlformats.org/drawingml/2006/main">
              <a:ext uri="{FF2B5EF4-FFF2-40B4-BE49-F238E27FC236}">
                <a16:creationId xmlns:a16="http://schemas.microsoft.com/office/drawing/2014/main" id="{260B77A0-6815-4687-BFF0-FA003A2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320" y="374904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8" name="Shape 50">
            <a:extLst xmlns:a="http://schemas.openxmlformats.org/drawingml/2006/main">
              <a:ext uri="{FF2B5EF4-FFF2-40B4-BE49-F238E27FC236}">
                <a16:creationId xmlns:a16="http://schemas.microsoft.com/office/drawing/2014/main" id="{90A53E50-636F-4C34-AF0C-FAA9155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397764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9" name="Shape 51">
            <a:extLst xmlns:a="http://schemas.openxmlformats.org/drawingml/2006/main">
              <a:ext uri="{FF2B5EF4-FFF2-40B4-BE49-F238E27FC236}">
                <a16:creationId xmlns:a16="http://schemas.microsoft.com/office/drawing/2014/main" id="{501DF194-1940-4BF9-AE77-F19D281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320" y="429768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0" name="Shape 52">
            <a:extLst xmlns:a="http://schemas.openxmlformats.org/drawingml/2006/main">
              <a:ext uri="{FF2B5EF4-FFF2-40B4-BE49-F238E27FC236}">
                <a16:creationId xmlns:a16="http://schemas.microsoft.com/office/drawing/2014/main" id="{A0F48E1E-6210-4C63-B682-D671174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52628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1" name="Shape 53">
            <a:extLst xmlns:a="http://schemas.openxmlformats.org/drawingml/2006/main">
              <a:ext uri="{FF2B5EF4-FFF2-40B4-BE49-F238E27FC236}">
                <a16:creationId xmlns:a16="http://schemas.microsoft.com/office/drawing/2014/main" id="{064994FE-5FF1-4AE4-899B-B474940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320" y="484632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2" name="Shape 54">
            <a:extLst xmlns:a="http://schemas.openxmlformats.org/drawingml/2006/main">
              <a:ext uri="{FF2B5EF4-FFF2-40B4-BE49-F238E27FC236}">
                <a16:creationId xmlns:a16="http://schemas.microsoft.com/office/drawing/2014/main" id="{B90F3F0D-7330-49EC-90B1-D777330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507492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3" name="Text 55">
            <a:extLst xmlns:a="http://schemas.openxmlformats.org/drawingml/2006/main">
              <a:ext uri="{FF2B5EF4-FFF2-40B4-BE49-F238E27FC236}">
                <a16:creationId xmlns:a16="http://schemas.microsoft.com/office/drawing/2014/main" id="{DAD26614-9A07-42E4-851F-F76A003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040" y="5669280"/>
            <a:ext cx="164556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+25%/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랭크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티어 해금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시작 심도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(P1)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단축</a:t>
            </a:r>
          </a:p>
        </p:txBody>
      </p:sp>
      <p:sp>
        <p:nvSpPr>
          <p:cNvPr id="514" name="Text 56">
            <a:extLst xmlns:a="http://schemas.openxmlformats.org/drawingml/2006/main">
              <a:ext uri="{FF2B5EF4-FFF2-40B4-BE49-F238E27FC236}">
                <a16:creationId xmlns:a16="http://schemas.microsoft.com/office/drawing/2014/main" id="{AE934AC9-8974-4F4D-998D-872025B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P0 = 12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노드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루트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브랜치별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2~3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개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).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판 도중 구매 불가 — 강화는 판 사이의 의식이다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판 시간 연장 노드는 없음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불변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515" name="Text 57">
            <a:extLst xmlns:a="http://schemas.openxmlformats.org/drawingml/2006/main">
              <a:ext uri="{FF2B5EF4-FFF2-40B4-BE49-F238E27FC236}">
                <a16:creationId xmlns:a16="http://schemas.microsoft.com/office/drawing/2014/main" id="{6C2F79F5-4F3F-4AA6-AC00-9840011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9234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Text 0">
            <a:extLst xmlns:a="http://schemas.openxmlformats.org/drawingml/2006/main">
              <a:ext uri="{FF2B5EF4-FFF2-40B4-BE49-F238E27FC236}">
                <a16:creationId xmlns:a16="http://schemas.microsoft.com/office/drawing/2014/main" id="{BA69C440-CCEF-48F5-880B-1B07DA7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517" name="Text 1">
            <a:extLst xmlns:a="http://schemas.openxmlformats.org/drawingml/2006/main">
              <a:ext uri="{FF2B5EF4-FFF2-40B4-BE49-F238E27FC236}">
                <a16:creationId xmlns:a16="http://schemas.microsoft.com/office/drawing/2014/main" id="{5B80A129-9C32-48D9-BE48-15AB0E1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 안에 어디까지 내려가는가</a:t>
            </a:r>
          </a:p>
        </p:txBody>
      </p:sp>
      <p:sp>
        <p:nvSpPr>
          <p:cNvPr id="518" name="Shape 2">
            <a:extLst xmlns:a="http://schemas.openxmlformats.org/drawingml/2006/main">
              <a:ext uri="{FF2B5EF4-FFF2-40B4-BE49-F238E27FC236}">
                <a16:creationId xmlns:a16="http://schemas.microsoft.com/office/drawing/2014/main" id="{4A41AD70-86B1-48D8-84F0-74183AA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80" y="3726360"/>
            <a:ext cx="685440" cy="617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9" name="Text 3">
            <a:extLst xmlns:a="http://schemas.openxmlformats.org/drawingml/2006/main">
              <a:ext uri="{FF2B5EF4-FFF2-40B4-BE49-F238E27FC236}">
                <a16:creationId xmlns:a16="http://schemas.microsoft.com/office/drawing/2014/main" id="{5DBFD620-1054-4D00-9A38-DFE0530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520" name="Text 4">
            <a:extLst xmlns:a="http://schemas.openxmlformats.org/drawingml/2006/main">
              <a:ext uri="{FF2B5EF4-FFF2-40B4-BE49-F238E27FC236}">
                <a16:creationId xmlns:a16="http://schemas.microsoft.com/office/drawing/2014/main" id="{2B9AC056-DC59-4D53-911B-A07E1B8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521" name="Text 5">
            <a:extLst xmlns:a="http://schemas.openxmlformats.org/drawingml/2006/main">
              <a:ext uri="{FF2B5EF4-FFF2-40B4-BE49-F238E27FC236}">
                <a16:creationId xmlns:a16="http://schemas.microsoft.com/office/drawing/2014/main" id="{75300000-E4B7-4155-A371-E4C99ED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처음부터</a:t>
            </a:r>
          </a:p>
        </p:txBody>
      </p:sp>
      <p:sp>
        <p:nvSpPr>
          <p:cNvPr id="522" name="Shape 6">
            <a:extLst xmlns:a="http://schemas.openxmlformats.org/drawingml/2006/main">
              <a:ext uri="{FF2B5EF4-FFF2-40B4-BE49-F238E27FC236}">
                <a16:creationId xmlns:a16="http://schemas.microsoft.com/office/drawing/2014/main" id="{FBFC6423-CFF2-4491-8C44-48396D4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20" y="3479400"/>
            <a:ext cx="959760" cy="863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3" name="Text 7">
            <a:extLst xmlns:a="http://schemas.openxmlformats.org/drawingml/2006/main">
              <a:ext uri="{FF2B5EF4-FFF2-40B4-BE49-F238E27FC236}">
                <a16:creationId xmlns:a16="http://schemas.microsoft.com/office/drawing/2014/main" id="{668A001B-97D3-4FC9-BEAB-1B71C24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524" name="Text 8">
            <a:extLst xmlns:a="http://schemas.openxmlformats.org/drawingml/2006/main">
              <a:ext uri="{FF2B5EF4-FFF2-40B4-BE49-F238E27FC236}">
                <a16:creationId xmlns:a16="http://schemas.microsoft.com/office/drawing/2014/main" id="{2F5E731E-CECD-44A9-98E2-620C900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×8</a:t>
            </a:r>
          </a:p>
        </p:txBody>
      </p:sp>
      <p:sp>
        <p:nvSpPr>
          <p:cNvPr id="525" name="Text 9">
            <a:extLst xmlns:a="http://schemas.openxmlformats.org/drawingml/2006/main">
              <a:ext uri="{FF2B5EF4-FFF2-40B4-BE49-F238E27FC236}">
                <a16:creationId xmlns:a16="http://schemas.microsoft.com/office/drawing/2014/main" id="{BCF03351-183A-4F03-8559-0E8E91F8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초반 목표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(500G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해금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26" name="Shape 10">
            <a:extLst xmlns:a="http://schemas.openxmlformats.org/drawingml/2006/main">
              <a:ext uri="{FF2B5EF4-FFF2-40B4-BE49-F238E27FC236}">
                <a16:creationId xmlns:a16="http://schemas.microsoft.com/office/drawing/2014/main" id="{77D2AC09-7AFC-4D2E-8C97-9127980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91400"/>
            <a:ext cx="1279800" cy="1151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e162cae77478c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6234480" y="3601080"/>
            <a:ext cx="332640" cy="332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28" name="Text 11">
            <a:extLst xmlns:a="http://schemas.openxmlformats.org/drawingml/2006/main">
              <a:ext uri="{FF2B5EF4-FFF2-40B4-BE49-F238E27FC236}">
                <a16:creationId xmlns:a16="http://schemas.microsoft.com/office/drawing/2014/main" id="{2AB2E6E9-57B7-4063-B5D0-EAA93C4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529" name="Text 12">
            <a:extLst xmlns:a="http://schemas.openxmlformats.org/drawingml/2006/main">
              <a:ext uri="{FF2B5EF4-FFF2-40B4-BE49-F238E27FC236}">
                <a16:creationId xmlns:a16="http://schemas.microsoft.com/office/drawing/2014/main" id="{9887F1AA-9EE5-42C4-84F2-CD947C4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×36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×70</a:t>
            </a:r>
          </a:p>
        </p:txBody>
      </p:sp>
      <p:sp>
        <p:nvSpPr>
          <p:cNvPr id="530" name="Text 13">
            <a:extLst xmlns:a="http://schemas.openxmlformats.org/drawingml/2006/main">
              <a:ext uri="{FF2B5EF4-FFF2-40B4-BE49-F238E27FC236}">
                <a16:creationId xmlns:a16="http://schemas.microsoft.com/office/drawing/2014/main" id="{A3FC163E-D662-47A7-A8D3-3B9969E3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최종 — 첫 파괴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엔딩</a:t>
            </a:r>
          </a:p>
        </p:txBody>
      </p:sp>
      <p:sp>
        <p:nvSpPr>
          <p:cNvPr id="531" name="Shape 14">
            <a:extLst xmlns:a="http://schemas.openxmlformats.org/drawingml/2006/main">
              <a:ext uri="{FF2B5EF4-FFF2-40B4-BE49-F238E27FC236}">
                <a16:creationId xmlns:a16="http://schemas.microsoft.com/office/drawing/2014/main" id="{F082A272-C91A-4A6A-8DD6-5B14BE0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862000"/>
            <a:ext cx="1645560" cy="1481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e162cae77478c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8472960" y="3388680"/>
            <a:ext cx="427680" cy="4276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3" name="Text 15">
            <a:extLst xmlns:a="http://schemas.openxmlformats.org/drawingml/2006/main">
              <a:ext uri="{FF2B5EF4-FFF2-40B4-BE49-F238E27FC236}">
                <a16:creationId xmlns:a16="http://schemas.microsoft.com/office/drawing/2014/main" id="{B1A18E0F-C39E-4A77-85CB-89A7F5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534" name="Text 16">
            <a:extLst xmlns:a="http://schemas.openxmlformats.org/drawingml/2006/main">
              <a:ext uri="{FF2B5EF4-FFF2-40B4-BE49-F238E27FC236}">
                <a16:creationId xmlns:a16="http://schemas.microsoft.com/office/drawing/2014/main" id="{F0DC92D0-84E5-4D98-B800-DD7EFA4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×240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×650</a:t>
            </a:r>
          </a:p>
        </p:txBody>
      </p:sp>
      <p:sp>
        <p:nvSpPr>
          <p:cNvPr id="535" name="Text 17">
            <a:extLst xmlns:a="http://schemas.openxmlformats.org/drawingml/2006/main">
              <a:ext uri="{FF2B5EF4-FFF2-40B4-BE49-F238E27FC236}">
                <a16:creationId xmlns:a16="http://schemas.microsoft.com/office/drawing/2014/main" id="{30D2AF02-209A-44F8-AD04-D9DC81D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(P1)</a:t>
            </a:r>
          </a:p>
        </p:txBody>
      </p:sp>
      <p:sp>
        <p:nvSpPr>
          <p:cNvPr id="536" name="Shape 18">
            <a:extLst xmlns:a="http://schemas.openxmlformats.org/drawingml/2006/main">
              <a:ext uri="{FF2B5EF4-FFF2-40B4-BE49-F238E27FC236}">
                <a16:creationId xmlns:a16="http://schemas.microsoft.com/office/drawing/2014/main" id="{008B1D78-F0B9-4395-AAA5-C9D4D7B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280" y="2491920"/>
            <a:ext cx="2057040" cy="185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2540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e162cae77478c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705320" y="3150000"/>
            <a:ext cx="534600" cy="53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8" name="Text 19">
            <a:extLst xmlns:a="http://schemas.openxmlformats.org/drawingml/2006/main">
              <a:ext uri="{FF2B5EF4-FFF2-40B4-BE49-F238E27FC236}">
                <a16:creationId xmlns:a16="http://schemas.microsoft.com/office/drawing/2014/main" id="{0A5506E8-2DF7-4DFD-84D8-0821DE5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539" name="Text 20">
            <a:extLst xmlns:a="http://schemas.openxmlformats.org/drawingml/2006/main">
              <a:ext uri="{FF2B5EF4-FFF2-40B4-BE49-F238E27FC236}">
                <a16:creationId xmlns:a16="http://schemas.microsoft.com/office/drawing/2014/main" id="{EE98A7FA-CCE8-4426-BCC2-D65F292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×1,800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×7,000</a:t>
            </a:r>
          </a:p>
        </p:txBody>
      </p:sp>
      <p:sp>
        <p:nvSpPr>
          <p:cNvPr id="540" name="Text 21">
            <a:extLst xmlns:a="http://schemas.openxmlformats.org/drawingml/2006/main">
              <a:ext uri="{FF2B5EF4-FFF2-40B4-BE49-F238E27FC236}">
                <a16:creationId xmlns:a16="http://schemas.microsoft.com/office/drawing/2014/main" id="{6848E339-C922-4027-9F54-530A545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본편 최종</a:t>
            </a:r>
          </a:p>
        </p:txBody>
      </p:sp>
      <p:sp>
        <p:nvSpPr>
          <p:cNvPr id="541" name="Shape 22">
            <a:extLst xmlns:a="http://schemas.openxmlformats.org/drawingml/2006/main">
              <a:ext uri="{FF2B5EF4-FFF2-40B4-BE49-F238E27FC236}">
                <a16:creationId xmlns:a16="http://schemas.microsoft.com/office/drawing/2014/main" id="{559FA1CE-DE42-4D29-B8BD-79121A4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480"/>
            <a:ext cx="103327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4A6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2" name="Text 23">
            <a:extLst xmlns:a="http://schemas.openxmlformats.org/drawingml/2006/main">
              <a:ext uri="{FF2B5EF4-FFF2-40B4-BE49-F238E27FC236}">
                <a16:creationId xmlns:a16="http://schemas.microsoft.com/office/drawing/2014/main" id="{D53132EE-5ABD-40A8-B644-EE8CE3B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3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설계 원칙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보다 골드 증가율이 더 높다 — 부술 수 있게 되는 순간 수익 효율도 상승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티어 첫 등장 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대형 파편으로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를 보상한다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43" name="Text 24">
            <a:extLst xmlns:a="http://schemas.openxmlformats.org/drawingml/2006/main">
              <a:ext uri="{FF2B5EF4-FFF2-40B4-BE49-F238E27FC236}">
                <a16:creationId xmlns:a16="http://schemas.microsoft.com/office/drawing/2014/main" id="{EE101415-B396-495E-8D38-DE65F8F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89693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" name="Text 0">
            <a:extLst xmlns:a="http://schemas.openxmlformats.org/drawingml/2006/main">
              <a:ext uri="{FF2B5EF4-FFF2-40B4-BE49-F238E27FC236}">
                <a16:creationId xmlns:a16="http://schemas.microsoft.com/office/drawing/2014/main" id="{C506ABC3-9408-473D-A223-14DF9A1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UI</a:t>
            </a:r>
          </a:p>
        </p:txBody>
      </p:sp>
      <p:sp>
        <p:nvSpPr>
          <p:cNvPr id="545" name="Text 1">
            <a:extLst xmlns:a="http://schemas.openxmlformats.org/drawingml/2006/main">
              <a:ext uri="{FF2B5EF4-FFF2-40B4-BE49-F238E27FC236}">
                <a16:creationId xmlns:a16="http://schemas.microsoft.com/office/drawing/2014/main" id="{E580301E-8333-4F8F-83B9-0AC8674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규격 — 도킹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800×72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</a:p>
        </p:txBody>
      </p:sp>
      <p:sp>
        <p:nvSpPr>
          <p:cNvPr id="546" name="Text 2">
            <a:extLst xmlns:a="http://schemas.openxmlformats.org/drawingml/2006/main">
              <a:ext uri="{FF2B5EF4-FFF2-40B4-BE49-F238E27FC236}">
                <a16:creationId xmlns:a16="http://schemas.microsoft.com/office/drawing/2014/main" id="{A1354153-BFDF-4146-93A8-086A6F1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45716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800×72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px (taskbar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바로 위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47" name="Shape 3">
            <a:extLst xmlns:a="http://schemas.openxmlformats.org/drawingml/2006/main">
              <a:ext uri="{FF2B5EF4-FFF2-40B4-BE49-F238E27FC236}">
                <a16:creationId xmlns:a16="http://schemas.microsoft.com/office/drawing/2014/main" id="{ADDCC251-802C-43E2-8587-D34C9DFA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4663080" cy="63972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8" name="Shape 4">
            <a:extLst xmlns:a="http://schemas.openxmlformats.org/drawingml/2006/main">
              <a:ext uri="{FF2B5EF4-FFF2-40B4-BE49-F238E27FC236}">
                <a16:creationId xmlns:a16="http://schemas.microsoft.com/office/drawing/2014/main" id="{F3B7FAC3-2BB3-4C6A-B8ED-AB530AB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400"/>
            <a:ext cx="456840" cy="438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9" name="Shape 5">
            <a:extLst xmlns:a="http://schemas.openxmlformats.org/drawingml/2006/main">
              <a:ext uri="{FF2B5EF4-FFF2-40B4-BE49-F238E27FC236}">
                <a16:creationId xmlns:a16="http://schemas.microsoft.com/office/drawing/2014/main" id="{87A95552-3BBE-4D24-AB36-100639A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00" y="2154240"/>
            <a:ext cx="160200" cy="131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0" name="Shape 6">
            <a:extLst xmlns:a="http://schemas.openxmlformats.org/drawingml/2006/main">
              <a:ext uri="{FF2B5EF4-FFF2-40B4-BE49-F238E27FC236}">
                <a16:creationId xmlns:a16="http://schemas.microsoft.com/office/drawing/2014/main" id="{DB52EE06-1304-4D2E-AB70-EC5D531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2280"/>
            <a:ext cx="114120" cy="1753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1" name="Text 7">
            <a:extLst xmlns:a="http://schemas.openxmlformats.org/drawingml/2006/main">
              <a:ext uri="{FF2B5EF4-FFF2-40B4-BE49-F238E27FC236}">
                <a16:creationId xmlns:a16="http://schemas.microsoft.com/office/drawing/2014/main" id="{6A32173C-BD4C-4C2A-A948-55E9D0D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3840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  </a:t>
            </a:r>
            <a:r>
              <a:rPr sz="10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준비되면 반짝임</a:t>
            </a:r>
          </a:p>
        </p:txBody>
      </p:sp>
      <p:sp>
        <p:nvSpPr>
          <p:cNvPr id="552" name="Text 8">
            <a:extLst xmlns:a="http://schemas.openxmlformats.org/drawingml/2006/main">
              <a:ext uri="{FF2B5EF4-FFF2-40B4-BE49-F238E27FC236}">
                <a16:creationId xmlns:a16="http://schemas.microsoft.com/office/drawing/2014/main" id="{A2A9CFB1-A6F7-4547-AD29-83D6AB9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15840"/>
            <a:ext cx="52117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진행도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준비 상태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얼어붙는 실루엣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/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알파 클릭 통과 없음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소리 기본 꺼짐</a:t>
            </a:r>
          </a:p>
        </p:txBody>
      </p:sp>
      <p:sp>
        <p:nvSpPr>
          <p:cNvPr id="553" name="Text 9">
            <a:extLst xmlns:a="http://schemas.openxmlformats.org/drawingml/2006/main">
              <a:ext uri="{FF2B5EF4-FFF2-40B4-BE49-F238E27FC236}">
                <a16:creationId xmlns:a16="http://schemas.microsoft.com/office/drawing/2014/main" id="{C855AC1B-F477-4ED3-BCC3-2D77E69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72840"/>
            <a:ext cx="5486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px (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1920×1080 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최소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1366×768)</a:t>
            </a:r>
          </a:p>
        </p:txBody>
      </p:sp>
      <p:sp>
        <p:nvSpPr>
          <p:cNvPr id="554" name="Shape 10">
            <a:extLst xmlns:a="http://schemas.openxmlformats.org/drawingml/2006/main">
              <a:ext uri="{FF2B5EF4-FFF2-40B4-BE49-F238E27FC236}">
                <a16:creationId xmlns:a16="http://schemas.microsoft.com/office/drawing/2014/main" id="{A4AC2FE6-E63E-445A-84AE-3CC4BD05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5960"/>
            <a:ext cx="5486040" cy="365724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5" name="Shape 11">
            <a:extLst xmlns:a="http://schemas.openxmlformats.org/drawingml/2006/main">
              <a:ext uri="{FF2B5EF4-FFF2-40B4-BE49-F238E27FC236}">
                <a16:creationId xmlns:a16="http://schemas.microsoft.com/office/drawing/2014/main" id="{7F1E19CB-29AB-4908-BD50-18F1681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075760"/>
            <a:ext cx="5266440" cy="41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6" name="Text 12">
            <a:extLst xmlns:a="http://schemas.openxmlformats.org/drawingml/2006/main">
              <a:ext uri="{FF2B5EF4-FFF2-40B4-BE49-F238E27FC236}">
                <a16:creationId xmlns:a16="http://schemas.microsoft.com/office/drawing/2014/main" id="{6FD96CE1-4144-45E6-ADD8-B9EDD1B2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75760"/>
            <a:ext cx="50288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초 타이머 │ 이번 판 골드 │ 현재 심도 │ 콤보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48px</a:t>
            </a:r>
          </a:p>
        </p:txBody>
      </p:sp>
      <p:sp>
        <p:nvSpPr>
          <p:cNvPr id="557" name="Shape 13">
            <a:extLst xmlns:a="http://schemas.openxmlformats.org/drawingml/2006/main">
              <a:ext uri="{FF2B5EF4-FFF2-40B4-BE49-F238E27FC236}">
                <a16:creationId xmlns:a16="http://schemas.microsoft.com/office/drawing/2014/main" id="{9EE96566-C66B-4BF8-B076-6180CE7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532960"/>
            <a:ext cx="406872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8" name="Shape 14">
            <a:extLst xmlns:a="http://schemas.openxmlformats.org/drawingml/2006/main">
              <a:ext uri="{FF2B5EF4-FFF2-40B4-BE49-F238E27FC236}">
                <a16:creationId xmlns:a16="http://schemas.microsoft.com/office/drawing/2014/main" id="{56998AB2-26E8-45E4-B14E-C0308CE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574">
            <a:off x="8355390" y="4195530"/>
            <a:ext cx="537857" cy="333065"/>
          </a:xfrm>
          <a:prstGeom xmlns:a="http://schemas.openxmlformats.org/drawingml/2006/main" prst="roundRect">
            <a:avLst>
              <a:gd name="adj" fmla="val 2287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9" name="Shape 15">
            <a:extLst xmlns:a="http://schemas.openxmlformats.org/drawingml/2006/main">
              <a:ext uri="{FF2B5EF4-FFF2-40B4-BE49-F238E27FC236}">
                <a16:creationId xmlns:a16="http://schemas.microsoft.com/office/drawing/2014/main" id="{5B191C36-FAD7-4B1C-A1C7-C1DD5AB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3859">
            <a:off x="8192950" y="3324165"/>
            <a:ext cx="442110" cy="300809"/>
          </a:xfrm>
          <a:prstGeom xmlns:a="http://schemas.openxmlformats.org/drawingml/2006/main" prst="roundRect">
            <a:avLst>
              <a:gd name="adj" fmla="val 2533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0" name="Shape 16">
            <a:extLst xmlns:a="http://schemas.openxmlformats.org/drawingml/2006/main">
              <a:ext uri="{FF2B5EF4-FFF2-40B4-BE49-F238E27FC236}">
                <a16:creationId xmlns:a16="http://schemas.microsoft.com/office/drawing/2014/main" id="{FBB90861-87C3-46BD-A073-4C0B970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1474">
            <a:off x="9378689" y="4368349"/>
            <a:ext cx="359283" cy="411882"/>
          </a:xfrm>
          <a:prstGeom xmlns:a="http://schemas.openxmlformats.org/drawingml/2006/main" prst="roundRect">
            <a:avLst>
              <a:gd name="adj" fmla="val 2120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1" name="Shape 17">
            <a:extLst xmlns:a="http://schemas.openxmlformats.org/drawingml/2006/main">
              <a:ext uri="{FF2B5EF4-FFF2-40B4-BE49-F238E27FC236}">
                <a16:creationId xmlns:a16="http://schemas.microsoft.com/office/drawing/2014/main" id="{DD22D7C9-506E-4161-83AA-3C92ABA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4720">
            <a:off x="8591211" y="3730313"/>
            <a:ext cx="565978" cy="345515"/>
          </a:xfrm>
          <a:prstGeom xmlns:a="http://schemas.openxmlformats.org/drawingml/2006/main" prst="roundRect">
            <a:avLst>
              <a:gd name="adj" fmla="val 2205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2" name="Shape 18">
            <a:extLst xmlns:a="http://schemas.openxmlformats.org/drawingml/2006/main">
              <a:ext uri="{FF2B5EF4-FFF2-40B4-BE49-F238E27FC236}">
                <a16:creationId xmlns:a16="http://schemas.microsoft.com/office/drawing/2014/main" id="{0DB5DB3D-8C0A-4335-9EA1-0586F2C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08">
            <a:off x="9563417" y="2887537"/>
            <a:ext cx="404299" cy="439364"/>
          </a:xfrm>
          <a:prstGeom xmlns:a="http://schemas.openxmlformats.org/drawingml/2006/main" prst="roundRect">
            <a:avLst>
              <a:gd name="adj" fmla="val 188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3" name="Shape 19">
            <a:extLst xmlns:a="http://schemas.openxmlformats.org/drawingml/2006/main">
              <a:ext uri="{FF2B5EF4-FFF2-40B4-BE49-F238E27FC236}">
                <a16:creationId xmlns:a16="http://schemas.microsoft.com/office/drawing/2014/main" id="{2BCC6C1D-AE8E-4D3A-B08F-A5F9450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728">
            <a:off x="7003461" y="3037843"/>
            <a:ext cx="498053" cy="447422"/>
          </a:xfrm>
          <a:prstGeom xmlns:a="http://schemas.openxmlformats.org/drawingml/2006/main" prst="roundRect">
            <a:avLst>
              <a:gd name="adj" fmla="val 170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4" name="Shape 20">
            <a:extLst xmlns:a="http://schemas.openxmlformats.org/drawingml/2006/main">
              <a:ext uri="{FF2B5EF4-FFF2-40B4-BE49-F238E27FC236}">
                <a16:creationId xmlns:a16="http://schemas.microsoft.com/office/drawing/2014/main" id="{1D793354-F671-44F2-B43B-F043E0C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9322">
            <a:off x="8915631" y="2684826"/>
            <a:ext cx="503236" cy="458579"/>
          </a:xfrm>
          <a:prstGeom xmlns:a="http://schemas.openxmlformats.org/drawingml/2006/main" prst="roundRect">
            <a:avLst>
              <a:gd name="adj" fmla="val 1661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5" name="Shape 21">
            <a:extLst xmlns:a="http://schemas.openxmlformats.org/drawingml/2006/main">
              <a:ext uri="{FF2B5EF4-FFF2-40B4-BE49-F238E27FC236}">
                <a16:creationId xmlns:a16="http://schemas.microsoft.com/office/drawing/2014/main" id="{38281307-13FF-472C-A405-7B72BAF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6513">
            <a:off x="6894762" y="3572697"/>
            <a:ext cx="528105" cy="439977"/>
          </a:xfrm>
          <a:prstGeom xmlns:a="http://schemas.openxmlformats.org/drawingml/2006/main" prst="roundRect">
            <a:avLst>
              <a:gd name="adj" fmla="val 1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6" name="Shape 22">
            <a:extLst xmlns:a="http://schemas.openxmlformats.org/drawingml/2006/main">
              <a:ext uri="{FF2B5EF4-FFF2-40B4-BE49-F238E27FC236}">
                <a16:creationId xmlns:a16="http://schemas.microsoft.com/office/drawing/2014/main" id="{8E4CDAA9-751D-49E2-A9F8-9C760B9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9109">
            <a:off x="9343679" y="3620278"/>
            <a:ext cx="494389" cy="472489"/>
          </a:xfrm>
          <a:prstGeom xmlns:a="http://schemas.openxmlformats.org/drawingml/2006/main" prst="roundRect">
            <a:avLst>
              <a:gd name="adj" fmla="val 16127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7" name="Shape 23">
            <a:extLst xmlns:a="http://schemas.openxmlformats.org/drawingml/2006/main">
              <a:ext uri="{FF2B5EF4-FFF2-40B4-BE49-F238E27FC236}">
                <a16:creationId xmlns:a16="http://schemas.microsoft.com/office/drawing/2014/main" id="{77C2B5FF-1FE4-4574-B853-215E5A5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784">
            <a:off x="7407579" y="4175208"/>
            <a:ext cx="394375" cy="466408"/>
          </a:xfrm>
          <a:prstGeom xmlns:a="http://schemas.openxmlformats.org/drawingml/2006/main" prst="roundRect">
            <a:avLst>
              <a:gd name="adj" fmla="val 193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8" name="Shape 24">
            <a:extLst xmlns:a="http://schemas.openxmlformats.org/drawingml/2006/main">
              <a:ext uri="{FF2B5EF4-FFF2-40B4-BE49-F238E27FC236}">
                <a16:creationId xmlns:a16="http://schemas.microsoft.com/office/drawing/2014/main" id="{DF66514B-E14D-44A8-A0E4-A8E862D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676">
            <a:off x="6784155" y="4236982"/>
            <a:ext cx="395475" cy="411712"/>
          </a:xfrm>
          <a:prstGeom xmlns:a="http://schemas.openxmlformats.org/drawingml/2006/main" prst="roundRect">
            <a:avLst>
              <a:gd name="adj" fmla="val 1926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9" name="Shape 25">
            <a:extLst xmlns:a="http://schemas.openxmlformats.org/drawingml/2006/main">
              <a:ext uri="{FF2B5EF4-FFF2-40B4-BE49-F238E27FC236}">
                <a16:creationId xmlns:a16="http://schemas.microsoft.com/office/drawing/2014/main" id="{1BFFF44B-3570-4D09-A0BB-8B3CFD9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929">
            <a:off x="7844908" y="3746176"/>
            <a:ext cx="460709" cy="379478"/>
          </a:xfrm>
          <a:prstGeom xmlns:a="http://schemas.openxmlformats.org/drawingml/2006/main" prst="roundRect">
            <a:avLst>
              <a:gd name="adj" fmla="val 20080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0" name="Shape 26">
            <a:extLst xmlns:a="http://schemas.openxmlformats.org/drawingml/2006/main">
              <a:ext uri="{FF2B5EF4-FFF2-40B4-BE49-F238E27FC236}">
                <a16:creationId xmlns:a16="http://schemas.microsoft.com/office/drawing/2014/main" id="{06298212-3548-4FB7-91C5-C87B393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7217">
            <a:off x="8917438" y="4560913"/>
            <a:ext cx="397555" cy="286780"/>
          </a:xfrm>
          <a:prstGeom xmlns:a="http://schemas.openxmlformats.org/drawingml/2006/main" prst="roundRect">
            <a:avLst>
              <a:gd name="adj" fmla="val 2657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1" name="Shape 27">
            <a:extLst xmlns:a="http://schemas.openxmlformats.org/drawingml/2006/main">
              <a:ext uri="{FF2B5EF4-FFF2-40B4-BE49-F238E27FC236}">
                <a16:creationId xmlns:a16="http://schemas.microsoft.com/office/drawing/2014/main" id="{A755446A-F4AB-4120-8FD4-216699B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9415">
            <a:off x="8121473" y="2778006"/>
            <a:ext cx="542791" cy="353965"/>
          </a:xfrm>
          <a:prstGeom xmlns:a="http://schemas.openxmlformats.org/drawingml/2006/main" prst="roundRect">
            <a:avLst>
              <a:gd name="adj" fmla="val 2152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2" name="Shape 28">
            <a:extLst xmlns:a="http://schemas.openxmlformats.org/drawingml/2006/main">
              <a:ext uri="{FF2B5EF4-FFF2-40B4-BE49-F238E27FC236}">
                <a16:creationId xmlns:a16="http://schemas.microsoft.com/office/drawing/2014/main" id="{2F83D768-7B92-41E4-89C6-86CE79B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021">
            <a:off x="8853136" y="3221708"/>
            <a:ext cx="586455" cy="320584"/>
          </a:xfrm>
          <a:prstGeom xmlns:a="http://schemas.openxmlformats.org/drawingml/2006/main" prst="roundRect">
            <a:avLst>
              <a:gd name="adj" fmla="val 237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3" name="Shape 29">
            <a:extLst xmlns:a="http://schemas.openxmlformats.org/drawingml/2006/main">
              <a:ext uri="{FF2B5EF4-FFF2-40B4-BE49-F238E27FC236}">
                <a16:creationId xmlns:a16="http://schemas.microsoft.com/office/drawing/2014/main" id="{0C1FD28C-424A-478A-93E7-D660C88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850">
            <a:off x="6441455" y="2849597"/>
            <a:ext cx="499203" cy="415786"/>
          </a:xfrm>
          <a:prstGeom xmlns:a="http://schemas.openxmlformats.org/drawingml/2006/main" prst="roundRect">
            <a:avLst>
              <a:gd name="adj" fmla="val 1832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4" name="Shape 30">
            <a:extLst xmlns:a="http://schemas.openxmlformats.org/drawingml/2006/main">
              <a:ext uri="{FF2B5EF4-FFF2-40B4-BE49-F238E27FC236}">
                <a16:creationId xmlns:a16="http://schemas.microsoft.com/office/drawing/2014/main" id="{DE3DC8DF-E31B-4BA5-AAB8-E9CF541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253">
            <a:off x="7856778" y="4308356"/>
            <a:ext cx="401722" cy="373446"/>
          </a:xfrm>
          <a:prstGeom xmlns:a="http://schemas.openxmlformats.org/drawingml/2006/main" prst="roundRect">
            <a:avLst>
              <a:gd name="adj" fmla="val 2040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5" name="Shape 31">
            <a:extLst xmlns:a="http://schemas.openxmlformats.org/drawingml/2006/main">
              <a:ext uri="{FF2B5EF4-FFF2-40B4-BE49-F238E27FC236}">
                <a16:creationId xmlns:a16="http://schemas.microsoft.com/office/drawing/2014/main" id="{C6521737-84F1-48A9-AB69-E0C30E3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152">
            <a:off x="7728514" y="2983492"/>
            <a:ext cx="362323" cy="356316"/>
          </a:xfrm>
          <a:prstGeom xmlns:a="http://schemas.openxmlformats.org/drawingml/2006/main" prst="roundRect">
            <a:avLst>
              <a:gd name="adj" fmla="val 213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6" name="Shape 32">
            <a:extLst xmlns:a="http://schemas.openxmlformats.org/drawingml/2006/main">
              <a:ext uri="{FF2B5EF4-FFF2-40B4-BE49-F238E27FC236}">
                <a16:creationId xmlns:a16="http://schemas.microsoft.com/office/drawing/2014/main" id="{C32E832E-5090-4DBF-B617-2C5F26D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3890">
            <a:off x="7829944" y="3356119"/>
            <a:ext cx="591161" cy="282374"/>
          </a:xfrm>
          <a:prstGeom xmlns:a="http://schemas.openxmlformats.org/drawingml/2006/main" prst="roundRect">
            <a:avLst>
              <a:gd name="adj" fmla="val 2698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7" name="Shape 33">
            <a:extLst xmlns:a="http://schemas.openxmlformats.org/drawingml/2006/main">
              <a:ext uri="{FF2B5EF4-FFF2-40B4-BE49-F238E27FC236}">
                <a16:creationId xmlns:a16="http://schemas.microsoft.com/office/drawing/2014/main" id="{8345967E-6FBC-4583-8BD5-8842A20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90">
            <a:off x="7392417" y="3323887"/>
            <a:ext cx="575472" cy="290407"/>
          </a:xfrm>
          <a:prstGeom xmlns:a="http://schemas.openxmlformats.org/drawingml/2006/main" prst="roundRect">
            <a:avLst>
              <a:gd name="adj" fmla="val 262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8" name="Text 34">
            <a:extLst xmlns:a="http://schemas.openxmlformats.org/drawingml/2006/main">
              <a:ext uri="{FF2B5EF4-FFF2-40B4-BE49-F238E27FC236}">
                <a16:creationId xmlns:a16="http://schemas.microsoft.com/office/drawing/2014/main" id="{7AA21DD2-287E-4581-9EB1-9466A3F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20200"/>
            <a:ext cx="40230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520×376 — 자유 위치 · 최대 20개</a:t>
            </a:r>
          </a:p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(속도·방향·크기 랜덤, 서로 겹치지 않게 스폰)</a:t>
            </a:r>
          </a:p>
        </p:txBody>
      </p:sp>
      <p:sp>
        <p:nvSpPr>
          <p:cNvPr id="579" name="Shape 35">
            <a:extLst xmlns:a="http://schemas.openxmlformats.org/drawingml/2006/main">
              <a:ext uri="{FF2B5EF4-FFF2-40B4-BE49-F238E27FC236}">
                <a16:creationId xmlns:a16="http://schemas.microsoft.com/office/drawing/2014/main" id="{93CCC6C1-52CF-4C83-BDF3-DE2A7931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80" y="2532960"/>
            <a:ext cx="115164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0" name="Text 36">
            <a:extLst xmlns:a="http://schemas.openxmlformats.org/drawingml/2006/main">
              <a:ext uri="{FF2B5EF4-FFF2-40B4-BE49-F238E27FC236}">
                <a16:creationId xmlns:a16="http://schemas.microsoft.com/office/drawing/2014/main" id="{BED060F0-3327-4F50-9216-04D9DAF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520" y="2697480"/>
            <a:ext cx="1005480" cy="2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현재 재질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 정보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활성 효과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581" name="Shape 37">
            <a:extLst xmlns:a="http://schemas.openxmlformats.org/drawingml/2006/main">
              <a:ext uri="{FF2B5EF4-FFF2-40B4-BE49-F238E27FC236}">
                <a16:creationId xmlns:a16="http://schemas.microsoft.com/office/drawing/2014/main" id="{8E502139-419F-4056-92BE-BBCED6A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5120640"/>
            <a:ext cx="5266440" cy="39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2" name="Text 38">
            <a:extLst xmlns:a="http://schemas.openxmlformats.org/drawingml/2006/main">
              <a:ext uri="{FF2B5EF4-FFF2-40B4-BE49-F238E27FC236}">
                <a16:creationId xmlns:a16="http://schemas.microsoft.com/office/drawing/2014/main" id="{7D83DD6A-FABC-414E-BF9E-EBE7AB8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20640"/>
            <a:ext cx="50288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│ 업그레이드 트리 │ 접기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56px</a:t>
            </a:r>
          </a:p>
        </p:txBody>
      </p:sp>
      <p:sp>
        <p:nvSpPr>
          <p:cNvPr id="583" name="Shape 39">
            <a:extLst xmlns:a="http://schemas.openxmlformats.org/drawingml/2006/main">
              <a:ext uri="{FF2B5EF4-FFF2-40B4-BE49-F238E27FC236}">
                <a16:creationId xmlns:a16="http://schemas.microsoft.com/office/drawing/2014/main" id="{2EDEC9C7-BF80-47F6-AC2D-1CA095D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4" name="Text 40">
            <a:extLst xmlns:a="http://schemas.openxmlformats.org/drawingml/2006/main">
              <a:ext uri="{FF2B5EF4-FFF2-40B4-BE49-F238E27FC236}">
                <a16:creationId xmlns:a16="http://schemas.microsoft.com/office/drawing/2014/main" id="{6A4CC8A0-33F3-4D11-8F14-E5456EE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원칙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도중 접기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구매 비활성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몰입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소리 기본 꺼짐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포커스 스틸 금지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로컬라이즈 문자열 최소화</a:t>
            </a:r>
          </a:p>
        </p:txBody>
      </p:sp>
      <p:sp>
        <p:nvSpPr>
          <p:cNvPr id="585" name="Text 41">
            <a:extLst xmlns:a="http://schemas.openxmlformats.org/drawingml/2006/main">
              <a:ext uri="{FF2B5EF4-FFF2-40B4-BE49-F238E27FC236}">
                <a16:creationId xmlns:a16="http://schemas.microsoft.com/office/drawing/2014/main" id="{4C70B53E-34F1-4062-9F15-9B542B7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7885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Text 0">
            <a:extLst xmlns:a="http://schemas.openxmlformats.org/drawingml/2006/main">
              <a:ext uri="{FF2B5EF4-FFF2-40B4-BE49-F238E27FC236}">
                <a16:creationId xmlns:a16="http://schemas.microsoft.com/office/drawing/2014/main" id="{D886F724-204E-4A30-AF83-A2376966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JUICE</a:t>
            </a:r>
          </a:p>
        </p:txBody>
      </p:sp>
      <p:sp>
        <p:nvSpPr>
          <p:cNvPr id="587" name="Text 1">
            <a:extLst xmlns:a="http://schemas.openxmlformats.org/drawingml/2006/main">
              <a:ext uri="{FF2B5EF4-FFF2-40B4-BE49-F238E27FC236}">
                <a16:creationId xmlns:a16="http://schemas.microsoft.com/office/drawing/2014/main" id="{34EA28B2-84DE-4736-B4B7-F251D07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— 재미 지분의 절반</a:t>
            </a:r>
          </a:p>
        </p:txBody>
      </p:sp>
      <p:sp>
        <p:nvSpPr>
          <p:cNvPr id="588" name="Text 2">
            <a:extLst xmlns:a="http://schemas.openxmlformats.org/drawingml/2006/main">
              <a:ext uri="{FF2B5EF4-FFF2-40B4-BE49-F238E27FC236}">
                <a16:creationId xmlns:a16="http://schemas.microsoft.com/office/drawing/2014/main" id="{760ACFBF-287D-440C-A200-E1ABCB1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 피드백 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 스택</a:t>
            </a:r>
          </a:p>
        </p:txBody>
      </p:sp>
      <p:sp>
        <p:nvSpPr>
          <p:cNvPr id="589" name="Shape 3">
            <a:extLst xmlns:a="http://schemas.openxmlformats.org/drawingml/2006/main">
              <a:ext uri="{FF2B5EF4-FFF2-40B4-BE49-F238E27FC236}">
                <a16:creationId xmlns:a16="http://schemas.microsoft.com/office/drawing/2014/main" id="{1FC8CFCF-7742-4B8B-A52F-92669CF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0" name="Shape 4">
            <a:extLst xmlns:a="http://schemas.openxmlformats.org/drawingml/2006/main">
              <a:ext uri="{FF2B5EF4-FFF2-40B4-BE49-F238E27FC236}">
                <a16:creationId xmlns:a16="http://schemas.microsoft.com/office/drawing/2014/main" id="{8D123376-808E-453E-82E5-A135356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129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1" name="Text 5">
            <a:extLst xmlns:a="http://schemas.openxmlformats.org/drawingml/2006/main">
              <a:ext uri="{FF2B5EF4-FFF2-40B4-BE49-F238E27FC236}">
                <a16:creationId xmlns:a16="http://schemas.microsoft.com/office/drawing/2014/main" id="{BBC3B049-E553-4660-AB43-778D4A22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0824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2" name="Text 6">
            <a:extLst xmlns:a="http://schemas.openxmlformats.org/drawingml/2006/main">
              <a:ext uri="{FF2B5EF4-FFF2-40B4-BE49-F238E27FC236}">
                <a16:creationId xmlns:a16="http://schemas.microsoft.com/office/drawing/2014/main" id="{1909D333-2B81-44EC-B422-43B7D76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금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(crack)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타격점에서 방사형 성장</a:t>
            </a:r>
          </a:p>
        </p:txBody>
      </p:sp>
      <p:sp>
        <p:nvSpPr>
          <p:cNvPr id="593" name="Shape 7">
            <a:extLst xmlns:a="http://schemas.openxmlformats.org/drawingml/2006/main">
              <a:ext uri="{FF2B5EF4-FFF2-40B4-BE49-F238E27FC236}">
                <a16:creationId xmlns:a16="http://schemas.microsoft.com/office/drawing/2014/main" id="{0683BC46-1F8B-445E-A9D8-14B0C07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4" name="Shape 8">
            <a:extLst xmlns:a="http://schemas.openxmlformats.org/drawingml/2006/main">
              <a:ext uri="{FF2B5EF4-FFF2-40B4-BE49-F238E27FC236}">
                <a16:creationId xmlns:a16="http://schemas.microsoft.com/office/drawing/2014/main" id="{C6660D8E-8BDF-4EBA-B1DA-ABAF3B3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628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5" name="Text 9">
            <a:extLst xmlns:a="http://schemas.openxmlformats.org/drawingml/2006/main">
              <a:ext uri="{FF2B5EF4-FFF2-40B4-BE49-F238E27FC236}">
                <a16:creationId xmlns:a16="http://schemas.microsoft.com/office/drawing/2014/main" id="{3F652893-8879-4949-B156-853FF101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5812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6" name="Text 10">
            <a:extLst xmlns:a="http://schemas.openxmlformats.org/drawingml/2006/main">
              <a:ext uri="{FF2B5EF4-FFF2-40B4-BE49-F238E27FC236}">
                <a16:creationId xmlns:a16="http://schemas.microsoft.com/office/drawing/2014/main" id="{010E2DB9-14F9-4BAD-9C80-19AF378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072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파편 파티클 — 크기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수가 타격력에 비례</a:t>
            </a:r>
          </a:p>
        </p:txBody>
      </p:sp>
      <p:sp>
        <p:nvSpPr>
          <p:cNvPr id="597" name="Shape 11">
            <a:extLst xmlns:a="http://schemas.openxmlformats.org/drawingml/2006/main">
              <a:ext uri="{FF2B5EF4-FFF2-40B4-BE49-F238E27FC236}">
                <a16:creationId xmlns:a16="http://schemas.microsoft.com/office/drawing/2014/main" id="{D54B66DC-AC7A-4DB0-A68A-29EEDA7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571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8" name="Shape 12">
            <a:extLst xmlns:a="http://schemas.openxmlformats.org/drawingml/2006/main">
              <a:ext uri="{FF2B5EF4-FFF2-40B4-BE49-F238E27FC236}">
                <a16:creationId xmlns:a16="http://schemas.microsoft.com/office/drawing/2014/main" id="{6459A92B-996E-4DDF-B8E4-F177202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123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9" name="Text 13">
            <a:extLst xmlns:a="http://schemas.openxmlformats.org/drawingml/2006/main">
              <a:ext uri="{FF2B5EF4-FFF2-40B4-BE49-F238E27FC236}">
                <a16:creationId xmlns:a16="http://schemas.microsoft.com/office/drawing/2014/main" id="{96AA1387-83D6-49A0-BF90-BEF8EE3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080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00" name="Text 14">
            <a:extLst xmlns:a="http://schemas.openxmlformats.org/drawingml/2006/main">
              <a:ext uri="{FF2B5EF4-FFF2-40B4-BE49-F238E27FC236}">
                <a16:creationId xmlns:a16="http://schemas.microsoft.com/office/drawing/2014/main" id="{0C04670B-95C0-4028-8FC7-6DF1B16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571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 팝 — 크리 시 확대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색 변화</a:t>
            </a:r>
          </a:p>
        </p:txBody>
      </p:sp>
      <p:sp>
        <p:nvSpPr>
          <p:cNvPr id="601" name="Shape 15">
            <a:extLst xmlns:a="http://schemas.openxmlformats.org/drawingml/2006/main">
              <a:ext uri="{FF2B5EF4-FFF2-40B4-BE49-F238E27FC236}">
                <a16:creationId xmlns:a16="http://schemas.microsoft.com/office/drawing/2014/main" id="{F526A2A9-831C-4989-9689-A3B03CB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6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2" name="Shape 16">
            <a:extLst xmlns:a="http://schemas.openxmlformats.org/drawingml/2006/main">
              <a:ext uri="{FF2B5EF4-FFF2-40B4-BE49-F238E27FC236}">
                <a16:creationId xmlns:a16="http://schemas.microsoft.com/office/drawing/2014/main" id="{38507853-86CA-43A5-909F-0AD36E4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622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3" name="Text 17">
            <a:extLst xmlns:a="http://schemas.openxmlformats.org/drawingml/2006/main">
              <a:ext uri="{FF2B5EF4-FFF2-40B4-BE49-F238E27FC236}">
                <a16:creationId xmlns:a16="http://schemas.microsoft.com/office/drawing/2014/main" id="{16F4B114-469B-4638-8CF7-647C6019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5788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04" name="Text 18">
            <a:extLst xmlns:a="http://schemas.openxmlformats.org/drawingml/2006/main">
              <a:ext uri="{FF2B5EF4-FFF2-40B4-BE49-F238E27FC236}">
                <a16:creationId xmlns:a16="http://schemas.microsoft.com/office/drawing/2014/main" id="{2D89A78D-ACBD-4A2B-B079-9AFC365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6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미세 화면 진동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상태 한정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05" name="Shape 19">
            <a:extLst xmlns:a="http://schemas.openxmlformats.org/drawingml/2006/main">
              <a:ext uri="{FF2B5EF4-FFF2-40B4-BE49-F238E27FC236}">
                <a16:creationId xmlns:a16="http://schemas.microsoft.com/office/drawing/2014/main" id="{38721D53-53C8-495C-8421-31B40C8B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565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6" name="Shape 20">
            <a:extLst xmlns:a="http://schemas.openxmlformats.org/drawingml/2006/main">
              <a:ext uri="{FF2B5EF4-FFF2-40B4-BE49-F238E27FC236}">
                <a16:creationId xmlns:a16="http://schemas.microsoft.com/office/drawing/2014/main" id="{B48F2826-BC44-45E6-B707-25678C8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1208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7" name="Text 21">
            <a:extLst xmlns:a="http://schemas.openxmlformats.org/drawingml/2006/main">
              <a:ext uri="{FF2B5EF4-FFF2-40B4-BE49-F238E27FC236}">
                <a16:creationId xmlns:a16="http://schemas.microsoft.com/office/drawing/2014/main" id="{1837A6C6-13D7-4042-815E-2E541E3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074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8" name="Text 22">
            <a:extLst xmlns:a="http://schemas.openxmlformats.org/drawingml/2006/main">
              <a:ext uri="{FF2B5EF4-FFF2-40B4-BE49-F238E27FC236}">
                <a16:creationId xmlns:a16="http://schemas.microsoft.com/office/drawing/2014/main" id="{C92338D3-2283-475A-90AA-62F65CB2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565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타격음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쩡—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깊어질수록 낮고 둔탁</a:t>
            </a:r>
          </a:p>
        </p:txBody>
      </p:sp>
      <p:sp>
        <p:nvSpPr>
          <p:cNvPr id="609" name="Text 23">
            <a:extLst xmlns:a="http://schemas.openxmlformats.org/drawingml/2006/main">
              <a:ext uri="{FF2B5EF4-FFF2-40B4-BE49-F238E27FC236}">
                <a16:creationId xmlns:a16="http://schemas.microsoft.com/office/drawing/2014/main" id="{88E966F6-09A7-4B09-8B98-6FD9C73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온도 연출 — 티어가 오를수록 차가워진다</a:t>
            </a:r>
          </a:p>
        </p:txBody>
      </p:sp>
      <p:sp>
        <p:nvSpPr>
          <p:cNvPr id="610" name="Shape 24">
            <a:extLst xmlns:a="http://schemas.openxmlformats.org/drawingml/2006/main">
              <a:ext uri="{FF2B5EF4-FFF2-40B4-BE49-F238E27FC236}">
                <a16:creationId xmlns:a16="http://schemas.microsoft.com/office/drawing/2014/main" id="{3FE5183E-AC41-4702-8806-41BC0108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1" name="Text 25">
            <a:extLst xmlns:a="http://schemas.openxmlformats.org/drawingml/2006/main">
              <a:ext uri="{FF2B5EF4-FFF2-40B4-BE49-F238E27FC236}">
                <a16:creationId xmlns:a16="http://schemas.microsoft.com/office/drawing/2014/main" id="{F2EBE406-A36C-46F3-88F1-1837B1F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12" name="Shape 26">
            <a:extLst xmlns:a="http://schemas.openxmlformats.org/drawingml/2006/main">
              <a:ext uri="{FF2B5EF4-FFF2-40B4-BE49-F238E27FC236}">
                <a16:creationId xmlns:a16="http://schemas.microsoft.com/office/drawing/2014/main" id="{D827A696-2399-4F48-B84F-AB0766D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3" name="Text 27">
            <a:extLst xmlns:a="http://schemas.openxmlformats.org/drawingml/2006/main">
              <a:ext uri="{FF2B5EF4-FFF2-40B4-BE49-F238E27FC236}">
                <a16:creationId xmlns:a16="http://schemas.microsoft.com/office/drawing/2014/main" id="{2D298CA2-CE4A-48D0-B28D-E23D084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614" name="Shape 28">
            <a:extLst xmlns:a="http://schemas.openxmlformats.org/drawingml/2006/main">
              <a:ext uri="{FF2B5EF4-FFF2-40B4-BE49-F238E27FC236}">
                <a16:creationId xmlns:a16="http://schemas.microsoft.com/office/drawing/2014/main" id="{3651ADFD-C93C-4460-BB00-2C3D029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5" name="Text 29">
            <a:extLst xmlns:a="http://schemas.openxmlformats.org/drawingml/2006/main">
              <a:ext uri="{FF2B5EF4-FFF2-40B4-BE49-F238E27FC236}">
                <a16:creationId xmlns:a16="http://schemas.microsoft.com/office/drawing/2014/main" id="{43E41B26-A94E-461B-AD20-69F468D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T3</a:t>
            </a:r>
          </a:p>
        </p:txBody>
      </p:sp>
      <p:sp>
        <p:nvSpPr>
          <p:cNvPr id="616" name="Shape 30">
            <a:extLst xmlns:a="http://schemas.openxmlformats.org/drawingml/2006/main">
              <a:ext uri="{FF2B5EF4-FFF2-40B4-BE49-F238E27FC236}">
                <a16:creationId xmlns:a16="http://schemas.microsoft.com/office/drawing/2014/main" id="{F9494CAC-9361-4E45-B1C4-5620CCFB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FC6E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7" name="Text 31">
            <a:extLst xmlns:a="http://schemas.openxmlformats.org/drawingml/2006/main">
              <a:ext uri="{FF2B5EF4-FFF2-40B4-BE49-F238E27FC236}">
                <a16:creationId xmlns:a16="http://schemas.microsoft.com/office/drawing/2014/main" id="{BB7F999F-15B8-4070-BF15-DF31582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T4</a:t>
            </a:r>
          </a:p>
        </p:txBody>
      </p:sp>
      <p:sp>
        <p:nvSpPr>
          <p:cNvPr id="618" name="Shape 32">
            <a:extLst xmlns:a="http://schemas.openxmlformats.org/drawingml/2006/main">
              <a:ext uri="{FF2B5EF4-FFF2-40B4-BE49-F238E27FC236}">
                <a16:creationId xmlns:a16="http://schemas.microsoft.com/office/drawing/2014/main" id="{DA792FAD-0268-4A5B-908F-215502D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FA8D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9" name="Text 33">
            <a:extLst xmlns:a="http://schemas.openxmlformats.org/drawingml/2006/main">
              <a:ext uri="{FF2B5EF4-FFF2-40B4-BE49-F238E27FC236}">
                <a16:creationId xmlns:a16="http://schemas.microsoft.com/office/drawing/2014/main" id="{81701250-FF12-4680-ACAE-84DF99C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T5</a:t>
            </a:r>
          </a:p>
        </p:txBody>
      </p:sp>
      <p:sp>
        <p:nvSpPr>
          <p:cNvPr id="620" name="Text 34">
            <a:extLst xmlns:a="http://schemas.openxmlformats.org/drawingml/2006/main">
              <a:ext uri="{FF2B5EF4-FFF2-40B4-BE49-F238E27FC236}">
                <a16:creationId xmlns:a16="http://schemas.microsoft.com/office/drawing/2014/main" id="{87B38FD7-C2B7-487D-80D7-FAD5CC0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54680"/>
            <a:ext cx="50288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심도가 깊어질수록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— 백빙의 흰색에서 극광빙의 심청색까지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성장이 온도로 체감된다</a:t>
            </a:r>
          </a:p>
        </p:txBody>
      </p:sp>
      <p:sp>
        <p:nvSpPr>
          <p:cNvPr id="621" name="Shape 35">
            <a:extLst xmlns:a="http://schemas.openxmlformats.org/drawingml/2006/main">
              <a:ext uri="{FF2B5EF4-FFF2-40B4-BE49-F238E27FC236}">
                <a16:creationId xmlns:a16="http://schemas.microsoft.com/office/drawing/2014/main" id="{BF9225B8-E24C-4F74-B63A-949472F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86200"/>
            <a:ext cx="5028840" cy="21942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2" name="Text 36">
            <a:extLst xmlns:a="http://schemas.openxmlformats.org/drawingml/2006/main">
              <a:ext uri="{FF2B5EF4-FFF2-40B4-BE49-F238E27FC236}">
                <a16:creationId xmlns:a16="http://schemas.microsoft.com/office/drawing/2014/main" id="{4B5C8C55-8E35-40F5-8893-29E5DB1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90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타임업 시퀀스</a:t>
            </a:r>
          </a:p>
        </p:txBody>
      </p:sp>
      <p:sp>
        <p:nvSpPr>
          <p:cNvPr id="623" name="Text 37">
            <a:extLst xmlns:a="http://schemas.openxmlformats.org/drawingml/2006/main">
              <a:ext uri="{FF2B5EF4-FFF2-40B4-BE49-F238E27FC236}">
                <a16:creationId xmlns:a16="http://schemas.microsoft.com/office/drawing/2014/main" id="{1687216B-7B76-42FC-A8E2-0B258EF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0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1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— 피치 상승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성에가 가장자리부터 번짐</a:t>
            </a:r>
          </a:p>
        </p:txBody>
      </p:sp>
      <p:sp>
        <p:nvSpPr>
          <p:cNvPr id="624" name="Text 38">
            <a:extLst xmlns:a="http://schemas.openxmlformats.org/drawingml/2006/main">
              <a:ext uri="{FF2B5EF4-FFF2-40B4-BE49-F238E27FC236}">
                <a16:creationId xmlns:a16="http://schemas.microsoft.com/office/drawing/2014/main" id="{461A48B9-953B-48B1-B375-CB13C41A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8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2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직전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0.1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전체 사운드 정지</a:t>
            </a:r>
          </a:p>
        </p:txBody>
      </p:sp>
      <p:sp>
        <p:nvSpPr>
          <p:cNvPr id="625" name="Text 39">
            <a:extLst xmlns:a="http://schemas.openxmlformats.org/drawingml/2006/main">
              <a:ext uri="{FF2B5EF4-FFF2-40B4-BE49-F238E27FC236}">
                <a16:creationId xmlns:a16="http://schemas.microsoft.com/office/drawing/2014/main" id="{A6B1ED92-BAED-494B-B778-D826D52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4880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3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타임업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남은 얼음 일제 동결</a:t>
            </a:r>
          </a:p>
        </p:txBody>
      </p:sp>
      <p:sp>
        <p:nvSpPr>
          <p:cNvPr id="626" name="Text 40">
            <a:extLst xmlns:a="http://schemas.openxmlformats.org/drawingml/2006/main">
              <a:ext uri="{FF2B5EF4-FFF2-40B4-BE49-F238E27FC236}">
                <a16:creationId xmlns:a16="http://schemas.microsoft.com/office/drawing/2014/main" id="{E29BE1B5-35A9-47BB-B17D-A297675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2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4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집계 — 골드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최고 재질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최대 연쇄</a:t>
            </a:r>
          </a:p>
        </p:txBody>
      </p:sp>
      <p:sp>
        <p:nvSpPr>
          <p:cNvPr id="627" name="Text 41">
            <a:extLst xmlns:a="http://schemas.openxmlformats.org/drawingml/2006/main">
              <a:ext uri="{FF2B5EF4-FFF2-40B4-BE49-F238E27FC236}">
                <a16:creationId xmlns:a16="http://schemas.microsoft.com/office/drawing/2014/main" id="{6C02B281-EC01-444B-8D73-D8E6282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신규 재질 첫 등장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0.3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첫 파괴 대형 파편 —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는 성장 보상 연출</a:t>
            </a:r>
          </a:p>
        </p:txBody>
      </p:sp>
      <p:sp>
        <p:nvSpPr>
          <p:cNvPr id="628" name="Text 42">
            <a:extLst xmlns:a="http://schemas.openxmlformats.org/drawingml/2006/main">
              <a:ext uri="{FF2B5EF4-FFF2-40B4-BE49-F238E27FC236}">
                <a16:creationId xmlns:a16="http://schemas.microsoft.com/office/drawing/2014/main" id="{7538BC38-5289-4D2D-9595-A385DE5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00073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9" name="Text 0">
            <a:extLst xmlns:a="http://schemas.openxmlformats.org/drawingml/2006/main">
              <a:ext uri="{FF2B5EF4-FFF2-40B4-BE49-F238E27FC236}">
                <a16:creationId xmlns:a16="http://schemas.microsoft.com/office/drawing/2014/main" id="{63D4DFDE-7496-45B6-BA67-03EDC8A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BALANCE</a:t>
            </a:r>
          </a:p>
        </p:txBody>
      </p:sp>
      <p:sp>
        <p:nvSpPr>
          <p:cNvPr id="630" name="Text 1">
            <a:extLst xmlns:a="http://schemas.openxmlformats.org/drawingml/2006/main">
              <a:ext uri="{FF2B5EF4-FFF2-40B4-BE49-F238E27FC236}">
                <a16:creationId xmlns:a16="http://schemas.microsoft.com/office/drawing/2014/main" id="{9FB614D4-AFA0-4559-BD52-6DAE908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초안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v0 —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두 곡선의 레이스</a:t>
            </a:r>
          </a:p>
        </p:txBody>
      </p:sp>
      <p:sp>
        <p:nvSpPr>
          <p:cNvPr id="631" name="Text 2">
            <a:extLst xmlns:a="http://schemas.openxmlformats.org/drawingml/2006/main">
              <a:ext uri="{FF2B5EF4-FFF2-40B4-BE49-F238E27FC236}">
                <a16:creationId xmlns:a16="http://schemas.microsoft.com/office/drawing/2014/main" id="{A9B43DE3-AAEB-431F-B8F3-874FBFC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설계 심장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증가율보다 골드 증가율이 높다 — 깰 수 있게 되는 순간 효율이 뛴다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상세 노드 비용표는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03_Data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문서 참조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32" name="Shape 3">
            <a:extLst xmlns:a="http://schemas.openxmlformats.org/drawingml/2006/main">
              <a:ext uri="{FF2B5EF4-FFF2-40B4-BE49-F238E27FC236}">
                <a16:creationId xmlns:a16="http://schemas.microsoft.com/office/drawing/2014/main" id="{C69E084D-12B1-4951-A041-7136006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63880" cy="50256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3" name="Text 4">
            <a:extLst xmlns:a="http://schemas.openxmlformats.org/drawingml/2006/main">
              <a:ext uri="{FF2B5EF4-FFF2-40B4-BE49-F238E27FC236}">
                <a16:creationId xmlns:a16="http://schemas.microsoft.com/office/drawing/2014/main" id="{24D6C3B7-EE5D-46F2-9A2A-DA3C36C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4" name="Text 5">
            <a:extLst xmlns:a="http://schemas.openxmlformats.org/drawingml/2006/main">
              <a:ext uri="{FF2B5EF4-FFF2-40B4-BE49-F238E27FC236}">
                <a16:creationId xmlns:a16="http://schemas.microsoft.com/office/drawing/2014/main" id="{DF33F127-3AA6-4140-85C0-8E4679E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1027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5" name="Text 6">
            <a:extLst xmlns:a="http://schemas.openxmlformats.org/drawingml/2006/main">
              <a:ext uri="{FF2B5EF4-FFF2-40B4-BE49-F238E27FC236}">
                <a16:creationId xmlns:a16="http://schemas.microsoft.com/office/drawing/2014/main" id="{EA908887-A31C-4573-B644-88AD580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6" name="Text 7">
            <a:extLst xmlns:a="http://schemas.openxmlformats.org/drawingml/2006/main">
              <a:ext uri="{FF2B5EF4-FFF2-40B4-BE49-F238E27FC236}">
                <a16:creationId xmlns:a16="http://schemas.microsoft.com/office/drawing/2014/main" id="{FB669A9A-9560-4227-91AC-3AC3D1B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65960"/>
            <a:ext cx="274284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7" name="Shape 8">
            <a:extLst xmlns:a="http://schemas.openxmlformats.org/drawingml/2006/main">
              <a:ext uri="{FF2B5EF4-FFF2-40B4-BE49-F238E27FC236}">
                <a16:creationId xmlns:a16="http://schemas.microsoft.com/office/drawing/2014/main" id="{6D49A0B6-2428-4BFC-B8DB-7DE23EB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8" name="Text 9">
            <a:extLst xmlns:a="http://schemas.openxmlformats.org/drawingml/2006/main">
              <a:ext uri="{FF2B5EF4-FFF2-40B4-BE49-F238E27FC236}">
                <a16:creationId xmlns:a16="http://schemas.microsoft.com/office/drawing/2014/main" id="{D8C5B1D7-0C41-447F-863F-350DDE7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길이</a:t>
            </a:r>
          </a:p>
        </p:txBody>
      </p:sp>
      <p:sp>
        <p:nvSpPr>
          <p:cNvPr id="639" name="Text 10">
            <a:extLst xmlns:a="http://schemas.openxmlformats.org/drawingml/2006/main">
              <a:ext uri="{FF2B5EF4-FFF2-40B4-BE49-F238E27FC236}">
                <a16:creationId xmlns:a16="http://schemas.microsoft.com/office/drawing/2014/main" id="{DD4907C0-AD46-44AA-970A-9762717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68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640" name="Text 11">
            <a:extLst xmlns:a="http://schemas.openxmlformats.org/drawingml/2006/main">
              <a:ext uri="{FF2B5EF4-FFF2-40B4-BE49-F238E27FC236}">
                <a16:creationId xmlns:a16="http://schemas.microsoft.com/office/drawing/2014/main" id="{6C613809-302E-4ACA-B81D-E5F266AC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641" name="Text 12">
            <a:extLst xmlns:a="http://schemas.openxmlformats.org/drawingml/2006/main">
              <a:ext uri="{FF2B5EF4-FFF2-40B4-BE49-F238E27FC236}">
                <a16:creationId xmlns:a16="http://schemas.microsoft.com/office/drawing/2014/main" id="{A44B6EBF-B500-4A88-A66F-315055F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68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시연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642" name="Text 13">
            <a:extLst xmlns:a="http://schemas.openxmlformats.org/drawingml/2006/main">
              <a:ext uri="{FF2B5EF4-FFF2-40B4-BE49-F238E27FC236}">
                <a16:creationId xmlns:a16="http://schemas.microsoft.com/office/drawing/2014/main" id="{11732EA5-AF97-4246-946C-4CA5DB44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부유 스테이지</a:t>
            </a:r>
          </a:p>
        </p:txBody>
      </p:sp>
      <p:sp>
        <p:nvSpPr>
          <p:cNvPr id="643" name="Text 14">
            <a:extLst xmlns:a="http://schemas.openxmlformats.org/drawingml/2006/main">
              <a:ext uri="{FF2B5EF4-FFF2-40B4-BE49-F238E27FC236}">
                <a16:creationId xmlns:a16="http://schemas.microsoft.com/office/drawing/2014/main" id="{E1D23285-C8F6-48E9-BB1C-95B49A6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035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자유 위치 · 최대 20개</a:t>
            </a:r>
          </a:p>
        </p:txBody>
      </p:sp>
      <p:sp>
        <p:nvSpPr>
          <p:cNvPr id="644" name="Text 15">
            <a:extLst xmlns:a="http://schemas.openxmlformats.org/drawingml/2006/main">
              <a:ext uri="{FF2B5EF4-FFF2-40B4-BE49-F238E27FC236}">
                <a16:creationId xmlns:a16="http://schemas.microsoft.com/office/drawing/2014/main" id="{DBD6F98A-D7F1-4029-9633-3EEFF6B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리필</a:t>
            </a:r>
          </a:p>
        </p:txBody>
      </p:sp>
      <p:sp>
        <p:nvSpPr>
          <p:cNvPr id="645" name="Text 16">
            <a:extLst xmlns:a="http://schemas.openxmlformats.org/drawingml/2006/main">
              <a:ext uri="{FF2B5EF4-FFF2-40B4-BE49-F238E27FC236}">
                <a16:creationId xmlns:a16="http://schemas.microsoft.com/office/drawing/2014/main" id="{E23E2F5C-4961-4C12-B812-FD4C48F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035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0.12s →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공백 → 생성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0.18s</a:t>
            </a:r>
          </a:p>
        </p:txBody>
      </p:sp>
      <p:sp>
        <p:nvSpPr>
          <p:cNvPr id="646" name="Shape 17">
            <a:extLst xmlns:a="http://schemas.openxmlformats.org/drawingml/2006/main">
              <a:ext uri="{FF2B5EF4-FFF2-40B4-BE49-F238E27FC236}">
                <a16:creationId xmlns:a16="http://schemas.microsoft.com/office/drawing/2014/main" id="{82F75888-C04F-4958-BE23-A54C6A4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Text 18">
            <a:extLst xmlns:a="http://schemas.openxmlformats.org/drawingml/2006/main">
              <a:ext uri="{FF2B5EF4-FFF2-40B4-BE49-F238E27FC236}">
                <a16:creationId xmlns:a16="http://schemas.microsoft.com/office/drawing/2014/main" id="{B993A788-5BEA-4E49-9A44-1D45A80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상승</a:t>
            </a:r>
          </a:p>
        </p:txBody>
      </p:sp>
      <p:sp>
        <p:nvSpPr>
          <p:cNvPr id="648" name="Text 19">
            <a:extLst xmlns:a="http://schemas.openxmlformats.org/drawingml/2006/main">
              <a:ext uri="{FF2B5EF4-FFF2-40B4-BE49-F238E27FC236}">
                <a16:creationId xmlns:a16="http://schemas.microsoft.com/office/drawing/2014/main" id="{1D373EC8-A979-47E6-B202-FD9799F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02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점수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점당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 (T1=1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점…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49" name="Text 20">
            <a:extLst xmlns:a="http://schemas.openxmlformats.org/drawingml/2006/main">
              <a:ext uri="{FF2B5EF4-FFF2-40B4-BE49-F238E27FC236}">
                <a16:creationId xmlns:a16="http://schemas.microsoft.com/office/drawing/2014/main" id="{B8D2C381-EE37-462B-BB94-FA9B41B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비율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T3)</a:t>
            </a:r>
          </a:p>
        </p:txBody>
      </p:sp>
      <p:sp>
        <p:nvSpPr>
          <p:cNvPr id="650" name="Text 21">
            <a:extLst xmlns:a="http://schemas.openxmlformats.org/drawingml/2006/main">
              <a:ext uri="{FF2B5EF4-FFF2-40B4-BE49-F238E27FC236}">
                <a16:creationId xmlns:a16="http://schemas.microsoft.com/office/drawing/2014/main" id="{D46B37FB-E23E-4724-AEE4-BC0EB3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02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T3 70 · T2 25 · T1 5%</a:t>
            </a:r>
          </a:p>
        </p:txBody>
      </p:sp>
      <p:sp>
        <p:nvSpPr>
          <p:cNvPr id="651" name="Text 22">
            <a:extLst xmlns:a="http://schemas.openxmlformats.org/drawingml/2006/main">
              <a:ext uri="{FF2B5EF4-FFF2-40B4-BE49-F238E27FC236}">
                <a16:creationId xmlns:a16="http://schemas.microsoft.com/office/drawing/2014/main" id="{49FC1069-DF62-42B3-8331-AC36A34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</a:p>
        </p:txBody>
      </p:sp>
      <p:sp>
        <p:nvSpPr>
          <p:cNvPr id="652" name="Text 23">
            <a:extLst xmlns:a="http://schemas.openxmlformats.org/drawingml/2006/main">
              <a:ext uri="{FF2B5EF4-FFF2-40B4-BE49-F238E27FC236}">
                <a16:creationId xmlns:a16="http://schemas.microsoft.com/office/drawing/2014/main" id="{85DE9BC2-CC29-40CD-912C-5F6641F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169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×6 / ×36 / ×240 / ×1,800</a:t>
            </a:r>
          </a:p>
        </p:txBody>
      </p:sp>
      <p:sp>
        <p:nvSpPr>
          <p:cNvPr id="653" name="Text 24">
            <a:extLst xmlns:a="http://schemas.openxmlformats.org/drawingml/2006/main">
              <a:ext uri="{FF2B5EF4-FFF2-40B4-BE49-F238E27FC236}">
                <a16:creationId xmlns:a16="http://schemas.microsoft.com/office/drawing/2014/main" id="{2ABEB90F-2F51-4792-8682-9794EA9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골드</a:t>
            </a:r>
          </a:p>
        </p:txBody>
      </p:sp>
      <p:sp>
        <p:nvSpPr>
          <p:cNvPr id="654" name="Text 25">
            <a:extLst xmlns:a="http://schemas.openxmlformats.org/drawingml/2006/main">
              <a:ext uri="{FF2B5EF4-FFF2-40B4-BE49-F238E27FC236}">
                <a16:creationId xmlns:a16="http://schemas.microsoft.com/office/drawing/2014/main" id="{5D94BD4C-27D5-4B24-A53F-F8321B3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69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×8 / ×70 / ×650 / ×7,000</a:t>
            </a:r>
          </a:p>
        </p:txBody>
      </p:sp>
      <p:sp>
        <p:nvSpPr>
          <p:cNvPr id="655" name="Shape 26">
            <a:extLst xmlns:a="http://schemas.openxmlformats.org/drawingml/2006/main">
              <a:ext uri="{FF2B5EF4-FFF2-40B4-BE49-F238E27FC236}">
                <a16:creationId xmlns:a16="http://schemas.microsoft.com/office/drawing/2014/main" id="{2DC27442-47E2-4B24-9C1D-B025898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2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6" name="Text 27">
            <a:extLst xmlns:a="http://schemas.openxmlformats.org/drawingml/2006/main">
              <a:ext uri="{FF2B5EF4-FFF2-40B4-BE49-F238E27FC236}">
                <a16:creationId xmlns:a16="http://schemas.microsoft.com/office/drawing/2014/main" id="{28D28A26-0E94-4F91-960F-54C4AB5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</a:t>
            </a:r>
          </a:p>
        </p:txBody>
      </p:sp>
      <p:sp>
        <p:nvSpPr>
          <p:cNvPr id="657" name="Text 28">
            <a:extLst xmlns:a="http://schemas.openxmlformats.org/drawingml/2006/main">
              <a:ext uri="{FF2B5EF4-FFF2-40B4-BE49-F238E27FC236}">
                <a16:creationId xmlns:a16="http://schemas.microsoft.com/office/drawing/2014/main" id="{3E2AF8B2-93BA-401C-BB73-6A320F1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36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결정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2.5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균열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서리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658" name="Text 29">
            <a:extLst xmlns:a="http://schemas.openxmlformats.org/drawingml/2006/main">
              <a:ext uri="{FF2B5EF4-FFF2-40B4-BE49-F238E27FC236}">
                <a16:creationId xmlns:a16="http://schemas.microsoft.com/office/drawing/2014/main" id="{1ECD4154-67BE-4FC5-881A-A2F42D57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상한</a:t>
            </a:r>
          </a:p>
        </p:txBody>
      </p:sp>
      <p:sp>
        <p:nvSpPr>
          <p:cNvPr id="659" name="Text 30">
            <a:extLst xmlns:a="http://schemas.openxmlformats.org/drawingml/2006/main">
              <a:ext uri="{FF2B5EF4-FFF2-40B4-BE49-F238E27FC236}">
                <a16:creationId xmlns:a16="http://schemas.microsoft.com/office/drawing/2014/main" id="{5A74B037-99E4-42D1-8C50-24782A6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36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18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동시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660" name="Text 31">
            <a:extLst xmlns:a="http://schemas.openxmlformats.org/drawingml/2006/main">
              <a:ext uri="{FF2B5EF4-FFF2-40B4-BE49-F238E27FC236}">
                <a16:creationId xmlns:a16="http://schemas.microsoft.com/office/drawing/2014/main" id="{C4147A0D-81FD-46D2-8C8D-4B665E4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루트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장비</a:t>
            </a:r>
          </a:p>
        </p:txBody>
      </p:sp>
      <p:sp>
        <p:nvSpPr>
          <p:cNvPr id="661" name="Text 32">
            <a:extLst xmlns:a="http://schemas.openxmlformats.org/drawingml/2006/main">
              <a:ext uri="{FF2B5EF4-FFF2-40B4-BE49-F238E27FC236}">
                <a16:creationId xmlns:a16="http://schemas.microsoft.com/office/drawing/2014/main" id="{8F9C78A8-CF8D-49C8-8E9E-08E6444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03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10G —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클릭 피해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×2</a:t>
            </a:r>
          </a:p>
        </p:txBody>
      </p:sp>
      <p:sp>
        <p:nvSpPr>
          <p:cNvPr id="662" name="Text 33">
            <a:extLst xmlns:a="http://schemas.openxmlformats.org/drawingml/2006/main">
              <a:ext uri="{FF2B5EF4-FFF2-40B4-BE49-F238E27FC236}">
                <a16:creationId xmlns:a16="http://schemas.microsoft.com/office/drawing/2014/main" id="{C8311902-0361-49DA-A16B-EDB489B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크리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연타</a:t>
            </a:r>
          </a:p>
        </p:txBody>
      </p:sp>
      <p:sp>
        <p:nvSpPr>
          <p:cNvPr id="663" name="Text 34">
            <a:extLst xmlns:a="http://schemas.openxmlformats.org/drawingml/2006/main">
              <a:ext uri="{FF2B5EF4-FFF2-40B4-BE49-F238E27FC236}">
                <a16:creationId xmlns:a16="http://schemas.microsoft.com/office/drawing/2014/main" id="{8135FEE1-D420-4551-985E-EF2F151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303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5→10→15% (×5) / 5→7→10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664" name="Shape 35">
            <a:extLst xmlns:a="http://schemas.openxmlformats.org/drawingml/2006/main">
              <a:ext uri="{FF2B5EF4-FFF2-40B4-BE49-F238E27FC236}">
                <a16:creationId xmlns:a16="http://schemas.microsoft.com/office/drawing/2014/main" id="{05E850A7-5AB7-4B66-91AE-2F194FC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3880" cy="54828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5" name="Text 36">
            <a:extLst xmlns:a="http://schemas.openxmlformats.org/drawingml/2006/main">
              <a:ext uri="{FF2B5EF4-FFF2-40B4-BE49-F238E27FC236}">
                <a16:creationId xmlns:a16="http://schemas.microsoft.com/office/drawing/2014/main" id="{31C56810-740B-4B29-81AA-ABED809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89320"/>
            <a:ext cx="10515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 수치는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으로 코드와 분리 관리 — 티어별 목표 클리어 시간을 역산해 튜닝한다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프로토타입 후 전면 재조정 전제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66" name="Text 37">
            <a:extLst xmlns:a="http://schemas.openxmlformats.org/drawingml/2006/main">
              <a:ext uri="{FF2B5EF4-FFF2-40B4-BE49-F238E27FC236}">
                <a16:creationId xmlns:a16="http://schemas.microsoft.com/office/drawing/2014/main" id="{4607CA52-16A4-42C9-9ADD-192EDE0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2388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Text 0">
            <a:extLst xmlns:a="http://schemas.openxmlformats.org/drawingml/2006/main">
              <a:ext uri="{FF2B5EF4-FFF2-40B4-BE49-F238E27FC236}">
                <a16:creationId xmlns:a16="http://schemas.microsoft.com/office/drawing/2014/main" id="{B0B8305D-28A3-44A3-A7A2-7E857C6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DEV ENVIRONMENT</a:t>
            </a:r>
          </a:p>
        </p:txBody>
      </p:sp>
      <p:sp>
        <p:nvSpPr>
          <p:cNvPr id="668" name="Text 1">
            <a:extLst xmlns:a="http://schemas.openxmlformats.org/drawingml/2006/main">
              <a:ext uri="{FF2B5EF4-FFF2-40B4-BE49-F238E27FC236}">
                <a16:creationId xmlns:a16="http://schemas.microsoft.com/office/drawing/2014/main" id="{57A26C46-B493-424F-B32E-D765049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환경 및 기술 구조</a:t>
            </a:r>
          </a:p>
        </p:txBody>
      </p:sp>
      <p:sp>
        <p:nvSpPr>
          <p:cNvPr id="669" name="Shape 2">
            <a:extLst xmlns:a="http://schemas.openxmlformats.org/drawingml/2006/main">
              <a:ext uri="{FF2B5EF4-FFF2-40B4-BE49-F238E27FC236}">
                <a16:creationId xmlns:a16="http://schemas.microsoft.com/office/drawing/2014/main" id="{5D657AB2-508B-4EBC-9D53-2161BC6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bff2d09f6450e"/>
          <a:stretch xmlns:a="http://schemas.openxmlformats.org/drawingml/2006/main"/>
        </p:blipFill>
        <p:spPr>
          <a:xfrm xmlns:a="http://schemas.openxmlformats.org/drawingml/2006/main">
            <a:off x="822960" y="194760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1" name="Text 3">
            <a:extLst xmlns:a="http://schemas.openxmlformats.org/drawingml/2006/main">
              <a:ext uri="{FF2B5EF4-FFF2-40B4-BE49-F238E27FC236}">
                <a16:creationId xmlns:a16="http://schemas.microsoft.com/office/drawing/2014/main" id="{41A1680C-89CB-433E-BC50-57324299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44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게임 로직</a:t>
            </a:r>
          </a:p>
        </p:txBody>
      </p:sp>
      <p:sp>
        <p:nvSpPr>
          <p:cNvPr id="672" name="Text 4">
            <a:extLst xmlns:a="http://schemas.openxmlformats.org/drawingml/2006/main">
              <a:ext uri="{FF2B5EF4-FFF2-40B4-BE49-F238E27FC236}">
                <a16:creationId xmlns:a16="http://schemas.microsoft.com/office/drawing/2014/main" id="{FC890B55-11CA-40BE-84B6-FFFA8B7C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2148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Unity 6 · C#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코어 루프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수치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(JSON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분리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세이브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로컬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JSON +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버전 필드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73" name="Shape 5">
            <a:extLst xmlns:a="http://schemas.openxmlformats.org/drawingml/2006/main">
              <a:ext uri="{FF2B5EF4-FFF2-40B4-BE49-F238E27FC236}">
                <a16:creationId xmlns:a16="http://schemas.microsoft.com/office/drawing/2014/main" id="{693C19FB-2C70-4425-B593-B6934FC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9668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4" name="Shape 6">
            <a:extLst xmlns:a="http://schemas.openxmlformats.org/drawingml/2006/main">
              <a:ext uri="{FF2B5EF4-FFF2-40B4-BE49-F238E27FC236}">
                <a16:creationId xmlns:a16="http://schemas.microsoft.com/office/drawing/2014/main" id="{93A468BF-886F-433F-A635-5701FF85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7e1c6f3f847e2"/>
          <a:stretch xmlns:a="http://schemas.openxmlformats.org/drawingml/2006/main"/>
        </p:blipFill>
        <p:spPr>
          <a:xfrm xmlns:a="http://schemas.openxmlformats.org/drawingml/2006/main">
            <a:off x="822960" y="29991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6" name="Text 7">
            <a:extLst xmlns:a="http://schemas.openxmlformats.org/drawingml/2006/main">
              <a:ext uri="{FF2B5EF4-FFF2-40B4-BE49-F238E27FC236}">
                <a16:creationId xmlns:a16="http://schemas.microsoft.com/office/drawing/2014/main" id="{4B899A49-2844-43E7-906D-55FF97D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5300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연출</a:t>
            </a:r>
          </a:p>
        </p:txBody>
      </p:sp>
      <p:sp>
        <p:nvSpPr>
          <p:cNvPr id="677" name="Text 8">
            <a:extLst xmlns:a="http://schemas.openxmlformats.org/drawingml/2006/main">
              <a:ext uri="{FF2B5EF4-FFF2-40B4-BE49-F238E27FC236}">
                <a16:creationId xmlns:a16="http://schemas.microsoft.com/office/drawing/2014/main" id="{01A0D54E-E8F0-4E4F-88AE-32C9C93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7304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Particle System + 2D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스프라이트 — 금 텍스처 단계 교체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Canvas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진동</a:t>
            </a:r>
          </a:p>
        </p:txBody>
      </p:sp>
      <p:sp>
        <p:nvSpPr>
          <p:cNvPr id="678" name="Shape 9">
            <a:extLst xmlns:a="http://schemas.openxmlformats.org/drawingml/2006/main">
              <a:ext uri="{FF2B5EF4-FFF2-40B4-BE49-F238E27FC236}">
                <a16:creationId xmlns:a16="http://schemas.microsoft.com/office/drawing/2014/main" id="{49011F8D-5F4D-4C49-9FE7-058815C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4824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9" name="Shape 10">
            <a:extLst xmlns:a="http://schemas.openxmlformats.org/drawingml/2006/main">
              <a:ext uri="{FF2B5EF4-FFF2-40B4-BE49-F238E27FC236}">
                <a16:creationId xmlns:a16="http://schemas.microsoft.com/office/drawing/2014/main" id="{B303180F-6BF6-43C0-BD11-171169E9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c649b57f6487d"/>
          <a:stretch xmlns:a="http://schemas.openxmlformats.org/drawingml/2006/main"/>
        </p:blipFill>
        <p:spPr>
          <a:xfrm xmlns:a="http://schemas.openxmlformats.org/drawingml/2006/main">
            <a:off x="822960" y="405072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1" name="Text 11">
            <a:extLst xmlns:a="http://schemas.openxmlformats.org/drawingml/2006/main">
              <a:ext uri="{FF2B5EF4-FFF2-40B4-BE49-F238E27FC236}">
                <a16:creationId xmlns:a16="http://schemas.microsoft.com/office/drawing/2014/main" id="{C54FCA06-9632-49C6-A40A-D846089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0456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제어</a:t>
            </a:r>
          </a:p>
        </p:txBody>
      </p:sp>
      <p:sp>
        <p:nvSpPr>
          <p:cNvPr id="682" name="Text 12">
            <a:extLst xmlns:a="http://schemas.openxmlformats.org/drawingml/2006/main">
              <a:ext uri="{FF2B5EF4-FFF2-40B4-BE49-F238E27FC236}">
                <a16:creationId xmlns:a16="http://schemas.microsoft.com/office/drawing/2014/main" id="{80978ED8-D116-4FFB-AF2D-6A57C32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2460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UniWindowController 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오픈소스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투명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프레임리스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최상위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알파 클릭 통과</a:t>
            </a:r>
          </a:p>
        </p:txBody>
      </p:sp>
      <p:sp>
        <p:nvSpPr>
          <p:cNvPr id="683" name="Shape 13">
            <a:extLst xmlns:a="http://schemas.openxmlformats.org/drawingml/2006/main">
              <a:ext uri="{FF2B5EF4-FFF2-40B4-BE49-F238E27FC236}">
                <a16:creationId xmlns:a16="http://schemas.microsoft.com/office/drawing/2014/main" id="{B4181F71-ABB7-4816-A6E2-DBD4231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9980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4" name="Shape 14">
            <a:extLst xmlns:a="http://schemas.openxmlformats.org/drawingml/2006/main">
              <a:ext uri="{FF2B5EF4-FFF2-40B4-BE49-F238E27FC236}">
                <a16:creationId xmlns:a16="http://schemas.microsoft.com/office/drawing/2014/main" id="{F23A88B3-89FD-4204-AF5B-F47E11B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2eb2534fe42e2"/>
          <a:stretch xmlns:a="http://schemas.openxmlformats.org/drawingml/2006/main"/>
        </p:blipFill>
        <p:spPr>
          <a:xfrm xmlns:a="http://schemas.openxmlformats.org/drawingml/2006/main">
            <a:off x="822960" y="51022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6" name="Text 15">
            <a:extLst xmlns:a="http://schemas.openxmlformats.org/drawingml/2006/main">
              <a:ext uri="{FF2B5EF4-FFF2-40B4-BE49-F238E27FC236}">
                <a16:creationId xmlns:a16="http://schemas.microsoft.com/office/drawing/2014/main" id="{C7FE81AE-509F-40FD-A1EF-82AD7D4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12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OS</a:t>
            </a:r>
          </a:p>
        </p:txBody>
      </p:sp>
      <p:sp>
        <p:nvSpPr>
          <p:cNvPr id="687" name="Text 16">
            <a:extLst xmlns:a="http://schemas.openxmlformats.org/drawingml/2006/main">
              <a:ext uri="{FF2B5EF4-FFF2-40B4-BE49-F238E27FC236}">
                <a16:creationId xmlns:a16="http://schemas.microsoft.com/office/drawing/2014/main" id="{82C02CEC-1831-4B54-A967-3B55B64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7616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Windows 10/11 (P0)  ·  macOS (P1) — OS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의존 코드는 한 파일로 격리</a:t>
            </a:r>
          </a:p>
        </p:txBody>
      </p:sp>
      <p:sp>
        <p:nvSpPr>
          <p:cNvPr id="688" name="Shape 17">
            <a:extLst xmlns:a="http://schemas.openxmlformats.org/drawingml/2006/main">
              <a:ext uri="{FF2B5EF4-FFF2-40B4-BE49-F238E27FC236}">
                <a16:creationId xmlns:a16="http://schemas.microsoft.com/office/drawing/2014/main" id="{25A57397-7D16-42DB-990C-FBC2BA8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3382920" cy="4205880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9" name="Text 18">
            <a:extLst xmlns:a="http://schemas.openxmlformats.org/drawingml/2006/main">
              <a:ext uri="{FF2B5EF4-FFF2-40B4-BE49-F238E27FC236}">
                <a16:creationId xmlns:a16="http://schemas.microsoft.com/office/drawing/2014/main" id="{12B2D934-DB7C-4A81-8EAB-B6452B7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7452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협업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워크플로우</a:t>
            </a:r>
          </a:p>
        </p:txBody>
      </p:sp>
      <p:sp>
        <p:nvSpPr>
          <p:cNvPr id="690" name="Shape 19">
            <a:extLst xmlns:a="http://schemas.openxmlformats.org/drawingml/2006/main">
              <a:ext uri="{FF2B5EF4-FFF2-40B4-BE49-F238E27FC236}">
                <a16:creationId xmlns:a16="http://schemas.microsoft.com/office/drawing/2014/main" id="{8D928810-75A2-4486-9B6A-6F65831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3317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c125af74b4b3c"/>
          <a:stretch xmlns:a="http://schemas.openxmlformats.org/drawingml/2006/main"/>
        </p:blipFill>
        <p:spPr>
          <a:xfrm xmlns:a="http://schemas.openxmlformats.org/drawingml/2006/main">
            <a:off x="8613720" y="24415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2" name="Text 20">
            <a:extLst xmlns:a="http://schemas.openxmlformats.org/drawingml/2006/main">
              <a:ext uri="{FF2B5EF4-FFF2-40B4-BE49-F238E27FC236}">
                <a16:creationId xmlns:a16="http://schemas.microsoft.com/office/drawing/2014/main" id="{4DA3C44F-3F34-46E7-BAAA-03B8A6E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2860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GitHub —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브랜치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기능 단위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일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통합</a:t>
            </a:r>
          </a:p>
        </p:txBody>
      </p:sp>
      <p:sp>
        <p:nvSpPr>
          <p:cNvPr id="693" name="Shape 21">
            <a:extLst xmlns:a="http://schemas.openxmlformats.org/drawingml/2006/main">
              <a:ext uri="{FF2B5EF4-FFF2-40B4-BE49-F238E27FC236}">
                <a16:creationId xmlns:a16="http://schemas.microsoft.com/office/drawing/2014/main" id="{FC953382-C591-4B3B-8E74-1EA900C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461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e52ad90a649e6"/>
          <a:stretch xmlns:a="http://schemas.openxmlformats.org/drawingml/2006/main"/>
        </p:blipFill>
        <p:spPr>
          <a:xfrm xmlns:a="http://schemas.openxmlformats.org/drawingml/2006/main">
            <a:off x="8613720" y="3355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5" name="Text 22">
            <a:extLst xmlns:a="http://schemas.openxmlformats.org/drawingml/2006/main">
              <a:ext uri="{FF2B5EF4-FFF2-40B4-BE49-F238E27FC236}">
                <a16:creationId xmlns:a16="http://schemas.microsoft.com/office/drawing/2014/main" id="{A95E86D2-F9AB-47D2-BA0E-757910B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2004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에이전트 병행 — 보일러플레이트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수치 튜닝 보조</a:t>
            </a:r>
          </a:p>
        </p:txBody>
      </p:sp>
      <p:sp>
        <p:nvSpPr>
          <p:cNvPr id="696" name="Shape 23">
            <a:extLst xmlns:a="http://schemas.openxmlformats.org/drawingml/2006/main">
              <a:ext uri="{FF2B5EF4-FFF2-40B4-BE49-F238E27FC236}">
                <a16:creationId xmlns:a16="http://schemas.microsoft.com/office/drawing/2014/main" id="{8672C77D-FCD8-468E-87CB-07F2AB5D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605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149743b8a4129"/>
          <a:stretch xmlns:a="http://schemas.openxmlformats.org/drawingml/2006/main"/>
        </p:blipFill>
        <p:spPr>
          <a:xfrm xmlns:a="http://schemas.openxmlformats.org/drawingml/2006/main">
            <a:off x="8613720" y="42703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8" name="Text 24">
            <a:extLst xmlns:a="http://schemas.openxmlformats.org/drawingml/2006/main">
              <a:ext uri="{FF2B5EF4-FFF2-40B4-BE49-F238E27FC236}">
                <a16:creationId xmlns:a16="http://schemas.microsoft.com/office/drawing/2014/main" id="{546A27B2-3D9E-4CB1-8DF5-48A1253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148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시트 — 수치는 스프레드시트에서 관리 후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익스포트</a:t>
            </a:r>
          </a:p>
        </p:txBody>
      </p:sp>
      <p:sp>
        <p:nvSpPr>
          <p:cNvPr id="699" name="Shape 25">
            <a:extLst xmlns:a="http://schemas.openxmlformats.org/drawingml/2006/main">
              <a:ext uri="{FF2B5EF4-FFF2-40B4-BE49-F238E27FC236}">
                <a16:creationId xmlns:a16="http://schemas.microsoft.com/office/drawing/2014/main" id="{A741E99B-9053-47A9-9D5D-92D229C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0749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f7bf590434669"/>
          <a:stretch xmlns:a="http://schemas.openxmlformats.org/drawingml/2006/main"/>
        </p:blipFill>
        <p:spPr>
          <a:xfrm xmlns:a="http://schemas.openxmlformats.org/drawingml/2006/main">
            <a:off x="8613720" y="51847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1" name="Text 26">
            <a:extLst xmlns:a="http://schemas.openxmlformats.org/drawingml/2006/main">
              <a:ext uri="{FF2B5EF4-FFF2-40B4-BE49-F238E27FC236}">
                <a16:creationId xmlns:a16="http://schemas.microsoft.com/office/drawing/2014/main" id="{DA2D8F43-3398-425C-AAC4-045662C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0292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사운드 — 프리 에셋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피치 변조로 제작</a:t>
            </a:r>
          </a:p>
        </p:txBody>
      </p:sp>
      <p:sp>
        <p:nvSpPr>
          <p:cNvPr id="702" name="Text 27">
            <a:extLst xmlns:a="http://schemas.openxmlformats.org/drawingml/2006/main">
              <a:ext uri="{FF2B5EF4-FFF2-40B4-BE49-F238E27FC236}">
                <a16:creationId xmlns:a16="http://schemas.microsoft.com/office/drawing/2014/main" id="{9DABBDC0-3E57-4990-8D18-250AC9F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97367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Text 0">
            <a:extLst xmlns:a="http://schemas.openxmlformats.org/drawingml/2006/main">
              <a:ext uri="{FF2B5EF4-FFF2-40B4-BE49-F238E27FC236}">
                <a16:creationId xmlns:a16="http://schemas.microsoft.com/office/drawing/2014/main" id="{85631660-3051-4487-B90C-8E0FE1F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SCHEDULE</a:t>
            </a:r>
          </a:p>
        </p:txBody>
      </p:sp>
      <p:sp>
        <p:nvSpPr>
          <p:cNvPr id="704" name="Text 1">
            <a:extLst xmlns:a="http://schemas.openxmlformats.org/drawingml/2006/main">
              <a:ext uri="{FF2B5EF4-FFF2-40B4-BE49-F238E27FC236}">
                <a16:creationId xmlns:a16="http://schemas.microsoft.com/office/drawing/2014/main" id="{94D21B07-52F6-48EA-B182-39E0C6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일정 — 잼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주 기준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역산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05" name="Shape 2">
            <a:extLst xmlns:a="http://schemas.openxmlformats.org/drawingml/2006/main">
              <a:ext uri="{FF2B5EF4-FFF2-40B4-BE49-F238E27FC236}">
                <a16:creationId xmlns:a16="http://schemas.microsoft.com/office/drawing/2014/main" id="{6860AF70-BFDF-4327-BECD-1C10BC9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6" name="Text 3">
            <a:extLst xmlns:a="http://schemas.openxmlformats.org/drawingml/2006/main">
              <a:ext uri="{FF2B5EF4-FFF2-40B4-BE49-F238E27FC236}">
                <a16:creationId xmlns:a16="http://schemas.microsoft.com/office/drawing/2014/main" id="{6C054647-C9AA-4C38-86BC-BBB3BF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D1~2</a:t>
            </a:r>
          </a:p>
        </p:txBody>
      </p:sp>
      <p:sp>
        <p:nvSpPr>
          <p:cNvPr id="707" name="Text 4">
            <a:extLst xmlns:a="http://schemas.openxmlformats.org/drawingml/2006/main">
              <a:ext uri="{FF2B5EF4-FFF2-40B4-BE49-F238E27FC236}">
                <a16:creationId xmlns:a16="http://schemas.microsoft.com/office/drawing/2014/main" id="{E9188621-C83B-4C48-9C1E-931868D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검증 스프린트</a:t>
            </a:r>
          </a:p>
        </p:txBody>
      </p:sp>
      <p:sp>
        <p:nvSpPr>
          <p:cNvPr id="708" name="Text 5">
            <a:extLst xmlns:a="http://schemas.openxmlformats.org/drawingml/2006/main">
              <a:ext uri="{FF2B5EF4-FFF2-40B4-BE49-F238E27FC236}">
                <a16:creationId xmlns:a16="http://schemas.microsoft.com/office/drawing/2014/main" id="{3EA6CA3E-6C11-47E8-A1D6-15372B2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창 기술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타격 손맛 프로토타입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GO / NO-GO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709" name="Shape 6">
            <a:extLst xmlns:a="http://schemas.openxmlformats.org/drawingml/2006/main">
              <a:ext uri="{FF2B5EF4-FFF2-40B4-BE49-F238E27FC236}">
                <a16:creationId xmlns:a16="http://schemas.microsoft.com/office/drawing/2014/main" id="{033706D4-93D4-46C5-8C7D-A33D202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Text 7">
            <a:extLst xmlns:a="http://schemas.openxmlformats.org/drawingml/2006/main">
              <a:ext uri="{FF2B5EF4-FFF2-40B4-BE49-F238E27FC236}">
                <a16:creationId xmlns:a16="http://schemas.microsoft.com/office/drawing/2014/main" id="{6C555C39-652F-417A-86B9-7F51B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D3~6</a:t>
            </a:r>
          </a:p>
        </p:txBody>
      </p:sp>
      <p:sp>
        <p:nvSpPr>
          <p:cNvPr id="711" name="Text 8">
            <a:extLst xmlns:a="http://schemas.openxmlformats.org/drawingml/2006/main">
              <a:ext uri="{FF2B5EF4-FFF2-40B4-BE49-F238E27FC236}">
                <a16:creationId xmlns:a16="http://schemas.microsoft.com/office/drawing/2014/main" id="{2A1E55E5-FAC7-4D05-93C8-70236C3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97480"/>
            <a:ext cx="3382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</a:t>
            </a:r>
          </a:p>
        </p:txBody>
      </p:sp>
      <p:sp>
        <p:nvSpPr>
          <p:cNvPr id="712" name="Text 9">
            <a:extLst xmlns:a="http://schemas.openxmlformats.org/drawingml/2006/main">
              <a:ext uri="{FF2B5EF4-FFF2-40B4-BE49-F238E27FC236}">
                <a16:creationId xmlns:a16="http://schemas.microsoft.com/office/drawing/2014/main" id="{7E73D85B-4145-4A65-8E72-DCBE70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35880"/>
            <a:ext cx="35658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부유 얼음 스테이지 · 60초 상태 흐름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클릭 파괴 · 골드 · 타임업 · 결과 화면</a:t>
            </a:r>
          </a:p>
        </p:txBody>
      </p:sp>
      <p:sp>
        <p:nvSpPr>
          <p:cNvPr id="7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21DDB8-98ED-425B-9080-5083D50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F4B1B-5513-438E-BFA3-412686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D7~9</a:t>
            </a:r>
          </a:p>
        </p:txBody>
      </p:sp>
      <p:sp>
        <p:nvSpPr>
          <p:cNvPr id="715" name="Text 12">
            <a:extLst xmlns:a="http://schemas.openxmlformats.org/drawingml/2006/main">
              <a:ext uri="{FF2B5EF4-FFF2-40B4-BE49-F238E27FC236}">
                <a16:creationId xmlns:a16="http://schemas.microsoft.com/office/drawing/2014/main" id="{22FFCE4B-2BC8-443C-8EA8-5EDAAE3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시스템 완성</a:t>
            </a:r>
          </a:p>
        </p:txBody>
      </p:sp>
      <p:sp>
        <p:nvSpPr>
          <p:cNvPr id="716" name="Text 13">
            <a:extLst xmlns:a="http://schemas.openxmlformats.org/drawingml/2006/main">
              <a:ext uri="{FF2B5EF4-FFF2-40B4-BE49-F238E27FC236}">
                <a16:creationId xmlns:a16="http://schemas.microsoft.com/office/drawing/2014/main" id="{BBF58CC0-C6DE-4C4F-8990-FA7FAF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12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노드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T1~T3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세이브</a:t>
            </a:r>
          </a:p>
        </p:txBody>
      </p:sp>
      <p:sp>
        <p:nvSpPr>
          <p:cNvPr id="717" name="Shape 14">
            <a:extLst xmlns:a="http://schemas.openxmlformats.org/drawingml/2006/main">
              <a:ext uri="{FF2B5EF4-FFF2-40B4-BE49-F238E27FC236}">
                <a16:creationId xmlns:a16="http://schemas.microsoft.com/office/drawing/2014/main" id="{B9A51C74-AFA6-43C2-A75A-B7D5004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Text 15">
            <a:extLst xmlns:a="http://schemas.openxmlformats.org/drawingml/2006/main">
              <a:ext uri="{FF2B5EF4-FFF2-40B4-BE49-F238E27FC236}">
                <a16:creationId xmlns:a16="http://schemas.microsoft.com/office/drawing/2014/main" id="{CEA6ADBC-544C-4301-98C1-47EBB9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D10~12</a:t>
            </a:r>
          </a:p>
        </p:txBody>
      </p:sp>
      <p:sp>
        <p:nvSpPr>
          <p:cNvPr id="719" name="Text 16">
            <a:extLst xmlns:a="http://schemas.openxmlformats.org/drawingml/2006/main">
              <a:ext uri="{FF2B5EF4-FFF2-40B4-BE49-F238E27FC236}">
                <a16:creationId xmlns:a16="http://schemas.microsoft.com/office/drawing/2014/main" id="{C520B6BC-9526-45CE-B970-E9B2CF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</a:t>
            </a:r>
          </a:p>
        </p:txBody>
      </p:sp>
      <p:sp>
        <p:nvSpPr>
          <p:cNvPr id="720" name="Text 17">
            <a:extLst xmlns:a="http://schemas.openxmlformats.org/drawingml/2006/main">
              <a:ext uri="{FF2B5EF4-FFF2-40B4-BE49-F238E27FC236}">
                <a16:creationId xmlns:a16="http://schemas.microsoft.com/office/drawing/2014/main" id="{F4D96D26-697F-40F0-8FC3-15945B1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피드백 스택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종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온도 연출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수치 튜닝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목표 시간 역산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165C0D-FA22-44A4-B924-4062600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Text 19">
            <a:extLst xmlns:a="http://schemas.openxmlformats.org/drawingml/2006/main">
              <a:ext uri="{FF2B5EF4-FFF2-40B4-BE49-F238E27FC236}">
                <a16:creationId xmlns:a16="http://schemas.microsoft.com/office/drawing/2014/main" id="{0A9A9CE4-95ED-4164-8258-0146974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D13~14</a:t>
            </a:r>
          </a:p>
        </p:txBody>
      </p:sp>
      <p:sp>
        <p:nvSpPr>
          <p:cNvPr id="723" name="Text 20">
            <a:extLst xmlns:a="http://schemas.openxmlformats.org/drawingml/2006/main">
              <a:ext uri="{FF2B5EF4-FFF2-40B4-BE49-F238E27FC236}">
                <a16:creationId xmlns:a16="http://schemas.microsoft.com/office/drawing/2014/main" id="{EBA62E3E-1CBF-4814-A268-9A8F541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폴리시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724" name="Text 21">
            <a:extLst xmlns:a="http://schemas.openxmlformats.org/drawingml/2006/main">
              <a:ext uri="{FF2B5EF4-FFF2-40B4-BE49-F238E27FC236}">
                <a16:creationId xmlns:a16="http://schemas.microsoft.com/office/drawing/2014/main" id="{F981F400-499F-455F-B370-C6056B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빌드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발표 자료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버그픽스 버퍼</a:t>
            </a:r>
          </a:p>
        </p:txBody>
      </p:sp>
      <p:sp>
        <p:nvSpPr>
          <p:cNvPr id="7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4330F6-DEA1-4ECF-8EE9-6554BBD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Text 23">
            <a:extLst xmlns:a="http://schemas.openxmlformats.org/drawingml/2006/main">
              <a:ext uri="{FF2B5EF4-FFF2-40B4-BE49-F238E27FC236}">
                <a16:creationId xmlns:a16="http://schemas.microsoft.com/office/drawing/2014/main" id="{5AA889CA-0F7F-47D4-9A19-DC35DFB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P0 — </a:t>
            </a: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제출</a:t>
            </a:r>
          </a:p>
        </p:txBody>
      </p:sp>
      <p:sp>
        <p:nvSpPr>
          <p:cNvPr id="727" name="Text 24">
            <a:extLst xmlns:a="http://schemas.openxmlformats.org/drawingml/2006/main">
              <a:ext uri="{FF2B5EF4-FFF2-40B4-BE49-F238E27FC236}">
                <a16:creationId xmlns:a16="http://schemas.microsoft.com/office/drawing/2014/main" id="{496A1E11-3FA4-4983-A8B1-9E0BA57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49374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확장 창 · 부유 얼음 스테이지 · T1~T3 · 결정빙·균열빙 · 트리 12노드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90초 재결빙 · 연쇄 기록 · T3 첫 파괴 엔딩 · 로컬 세이브 · KO/EN · Windows</a:t>
            </a:r>
          </a:p>
        </p:txBody>
      </p:sp>
      <p:sp>
        <p:nvSpPr>
          <p:cNvPr id="728" name="Text 25">
            <a:extLst xmlns:a="http://schemas.openxmlformats.org/drawingml/2006/main">
              <a:ext uri="{FF2B5EF4-FFF2-40B4-BE49-F238E27FC236}">
                <a16:creationId xmlns:a16="http://schemas.microsoft.com/office/drawing/2014/main" id="{565F8CA3-9322-4AA2-8E50-2CD623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컷 순서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서리빙 → 최종 노드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개 → 온도 연출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다수 파괴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 성장은 사수</a:t>
            </a:r>
          </a:p>
        </p:txBody>
      </p:sp>
      <p:sp>
        <p:nvSpPr>
          <p:cNvPr id="7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18B482-CFD2-412E-9D21-3506781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Text 27">
            <a:extLst xmlns:a="http://schemas.openxmlformats.org/drawingml/2006/main">
              <a:ext uri="{FF2B5EF4-FFF2-40B4-BE49-F238E27FC236}">
                <a16:creationId xmlns:a16="http://schemas.microsoft.com/office/drawing/2014/main" id="{0FDA21DA-CD69-4D50-8C01-3F37BFA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P1 —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(Steam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지향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1" name="Text 28">
            <a:extLst xmlns:a="http://schemas.openxmlformats.org/drawingml/2006/main">
              <a:ext uri="{FF2B5EF4-FFF2-40B4-BE49-F238E27FC236}">
                <a16:creationId xmlns:a16="http://schemas.microsoft.com/office/drawing/2014/main" id="{59084F74-7486-49D3-9E17-EC839B5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5028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T4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·T5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시작 심도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II 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단축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 노드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macOS · 8~11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 언어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Steam $4.99~6.99</a:t>
            </a:r>
          </a:p>
        </p:txBody>
      </p:sp>
      <p:sp>
        <p:nvSpPr>
          <p:cNvPr id="732" name="Text 29">
            <a:extLst xmlns:a="http://schemas.openxmlformats.org/drawingml/2006/main">
              <a:ext uri="{FF2B5EF4-FFF2-40B4-BE49-F238E27FC236}">
                <a16:creationId xmlns:a16="http://schemas.microsoft.com/office/drawing/2014/main" id="{8CCC5CC5-F289-48D0-A90D-A201A5A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배제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: Steam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마켓 현금화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거래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(Banana/TBH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반면교사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ACF63-4C9E-4412-8AD3-512B06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41485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4" name="Text 0">
            <a:extLst xmlns:a="http://schemas.openxmlformats.org/drawingml/2006/main">
              <a:ext uri="{FF2B5EF4-FFF2-40B4-BE49-F238E27FC236}">
                <a16:creationId xmlns:a16="http://schemas.microsoft.com/office/drawing/2014/main" id="{8F36DDC2-300B-4D08-AFE2-BD0F7A2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납량 — 서늘함을 들인다</a:t>
            </a:r>
          </a:p>
        </p:txBody>
      </p:sp>
      <p:sp>
        <p:nvSpPr>
          <p:cNvPr id="735" name="Text 1">
            <a:extLst xmlns:a="http://schemas.openxmlformats.org/drawingml/2006/main">
              <a:ext uri="{FF2B5EF4-FFF2-40B4-BE49-F238E27FC236}">
                <a16:creationId xmlns:a16="http://schemas.microsoft.com/office/drawing/2014/main" id="{E06438DC-C36B-46B9-B66B-9F901AA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063880" cy="155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더운 여름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당신의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taskbar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</a:t>
            </a:r>
          </a:p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얼음을 들입니다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."</a:t>
            </a:r>
          </a:p>
        </p:txBody>
      </p:sp>
      <p:sp>
        <p:nvSpPr>
          <p:cNvPr id="736" name="Text 2">
            <a:extLst xmlns:a="http://schemas.openxmlformats.org/drawingml/2006/main">
              <a:ext uri="{FF2B5EF4-FFF2-40B4-BE49-F238E27FC236}">
                <a16:creationId xmlns:a16="http://schemas.microsoft.com/office/drawing/2014/main" id="{ECFFE0B1-7816-469E-BED7-DE7884F4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3749040"/>
            <a:ext cx="100580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부술 때 속이 시원해지는 게임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일하는 리듬에 맞춰 설계된 게임</a:t>
            </a:r>
          </a:p>
        </p:txBody>
      </p:sp>
      <p:sp>
        <p:nvSpPr>
          <p:cNvPr id="737" name="Shape 3">
            <a:extLst xmlns:a="http://schemas.openxmlformats.org/drawingml/2006/main">
              <a:ext uri="{FF2B5EF4-FFF2-40B4-BE49-F238E27FC236}">
                <a16:creationId xmlns:a16="http://schemas.microsoft.com/office/drawing/2014/main" id="{79D0FB65-796F-48C0-89A3-93EEF91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554480"/>
            <a:ext cx="1737000" cy="1462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35c0f25524dea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043640" y="211032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39" name="Shape 4">
            <a:extLst xmlns:a="http://schemas.openxmlformats.org/drawingml/2006/main">
              <a:ext uri="{FF2B5EF4-FFF2-40B4-BE49-F238E27FC236}">
                <a16:creationId xmlns:a16="http://schemas.microsoft.com/office/drawing/2014/main" id="{A7554E62-F8A1-4650-B9E4-9993392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00" y="1846800"/>
            <a:ext cx="608400" cy="439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0" name="Shape 5">
            <a:extLst xmlns:a="http://schemas.openxmlformats.org/drawingml/2006/main">
              <a:ext uri="{FF2B5EF4-FFF2-40B4-BE49-F238E27FC236}">
                <a16:creationId xmlns:a16="http://schemas.microsoft.com/office/drawing/2014/main" id="{E5A85FCC-EE93-4558-9668-72DB35C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520" y="1773720"/>
            <a:ext cx="434520" cy="585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1" name="Shape 6">
            <a:extLst xmlns:a="http://schemas.openxmlformats.org/drawingml/2006/main">
              <a:ext uri="{FF2B5EF4-FFF2-40B4-BE49-F238E27FC236}">
                <a16:creationId xmlns:a16="http://schemas.microsoft.com/office/drawing/2014/main" id="{38D7FA21-8FFE-499A-8F68-FD097CB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20" y="2432160"/>
            <a:ext cx="69480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2" name="Shape 7">
            <a:extLst xmlns:a="http://schemas.openxmlformats.org/drawingml/2006/main">
              <a:ext uri="{FF2B5EF4-FFF2-40B4-BE49-F238E27FC236}">
                <a16:creationId xmlns:a16="http://schemas.microsoft.com/office/drawing/2014/main" id="{14CA82EC-DC27-49DA-B57C-EDE1ED7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760" y="2359080"/>
            <a:ext cx="521280" cy="4388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Shape 8">
            <a:extLst xmlns:a="http://schemas.openxmlformats.org/drawingml/2006/main">
              <a:ext uri="{FF2B5EF4-FFF2-40B4-BE49-F238E27FC236}">
                <a16:creationId xmlns:a16="http://schemas.microsoft.com/office/drawing/2014/main" id="{6C0D699E-DDC6-49A9-AD49-D6299F2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4" name="Shape 9">
            <a:extLst xmlns:a="http://schemas.openxmlformats.org/drawingml/2006/main">
              <a:ext uri="{FF2B5EF4-FFF2-40B4-BE49-F238E27FC236}">
                <a16:creationId xmlns:a16="http://schemas.microsoft.com/office/drawing/2014/main" id="{406C103F-D71C-49D3-97B7-D323E79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10840"/>
            <a:ext cx="1371240" cy="38376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9525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0748c3f1f4cb6"/>
          <a:stretch xmlns:a="http://schemas.openxmlformats.org/drawingml/2006/main"/>
        </p:blipFill>
        <p:spPr>
          <a:xfrm xmlns:a="http://schemas.openxmlformats.org/drawingml/2006/main">
            <a:off x="612720" y="5083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6" name="Text 10">
            <a:extLst xmlns:a="http://schemas.openxmlformats.org/drawingml/2006/main">
              <a:ext uri="{FF2B5EF4-FFF2-40B4-BE49-F238E27FC236}">
                <a16:creationId xmlns:a16="http://schemas.microsoft.com/office/drawing/2014/main" id="{8FF5A704-8DAC-4FA7-9EB7-DB062BD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840"/>
            <a:ext cx="959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747" name="Text 11">
            <a:extLst xmlns:a="http://schemas.openxmlformats.org/drawingml/2006/main">
              <a:ext uri="{FF2B5EF4-FFF2-40B4-BE49-F238E27FC236}">
                <a16:creationId xmlns:a16="http://schemas.microsoft.com/office/drawing/2014/main" id="{7FE8FD8B-BDF8-4A8F-8829-CE4EA10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상세 스펙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ICEBREAKER_SPEC.md  ·  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장르 선택 근거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WHY_TASKBAR_INCREMENTAL.md</a:t>
            </a:r>
          </a:p>
        </p:txBody>
      </p:sp>
      <p:sp>
        <p:nvSpPr>
          <p:cNvPr id="748" name="Text 12">
            <a:extLst xmlns:a="http://schemas.openxmlformats.org/drawingml/2006/main">
              <a:ext uri="{FF2B5EF4-FFF2-40B4-BE49-F238E27FC236}">
                <a16:creationId xmlns:a16="http://schemas.microsoft.com/office/drawing/2014/main" id="{4604A6C1-3860-44E3-9908-3BD4684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749" name="Text 13">
            <a:extLst xmlns:a="http://schemas.openxmlformats.org/drawingml/2006/main">
              <a:ext uri="{FF2B5EF4-FFF2-40B4-BE49-F238E27FC236}">
                <a16:creationId xmlns:a16="http://schemas.microsoft.com/office/drawing/2014/main" id="{2EE4ECEC-A06B-4926-B621-27942C3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9409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2026-07-18T22:31:45.4970000Z</dcterms:created>
  <dcterms:modified xsi:type="dcterms:W3CDTF">2026-07-18T22:31:45.4970000Z</dcterms:modified>
</coreProperties>
</file>