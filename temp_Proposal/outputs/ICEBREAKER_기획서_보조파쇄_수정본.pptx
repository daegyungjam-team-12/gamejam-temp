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e7bb75e1ac4660" /><Relationship Type="http://schemas.openxmlformats.org/officeDocument/2006/relationships/extended-properties" Target="/docProps/app.xml" Id="R342ceab0235b4819" /><Relationship Type="http://schemas.openxmlformats.org/officeDocument/2006/relationships/officeDocument" Target="/ppt/presentation.xml" Id="R324037bbdf71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5807cf1c04762"/>
  </p:sldMasterIdLst>
  <p:notesMasterIdLst>
    <p:notesMasterId xmlns:r="http://schemas.openxmlformats.org/officeDocument/2006/relationships" r:id="R818a4783e03b4386"/>
  </p:notesMasterIdLst>
  <p:sldIdLst>
    <p:sldId xmlns:r="http://schemas.openxmlformats.org/officeDocument/2006/relationships" id="256" r:id="Rb4777a091d164a84"/>
    <p:sldId xmlns:r="http://schemas.openxmlformats.org/officeDocument/2006/relationships" id="257" r:id="R78408869b7c2441b"/>
    <p:sldId xmlns:r="http://schemas.openxmlformats.org/officeDocument/2006/relationships" id="258" r:id="R4d2557232b904b43"/>
    <p:sldId xmlns:r="http://schemas.openxmlformats.org/officeDocument/2006/relationships" id="259" r:id="Rcc11863f75014802"/>
    <p:sldId xmlns:r="http://schemas.openxmlformats.org/officeDocument/2006/relationships" id="260" r:id="Rb4103d0d70b14d91"/>
    <p:sldId xmlns:r="http://schemas.openxmlformats.org/officeDocument/2006/relationships" id="261" r:id="R1e2284512c474f11"/>
    <p:sldId xmlns:r="http://schemas.openxmlformats.org/officeDocument/2006/relationships" id="262" r:id="R238a3c56672c418b"/>
    <p:sldId xmlns:r="http://schemas.openxmlformats.org/officeDocument/2006/relationships" id="263" r:id="R8e092c721b1a436a"/>
    <p:sldId xmlns:r="http://schemas.openxmlformats.org/officeDocument/2006/relationships" id="264" r:id="R0aabf2b665894fa2"/>
    <p:sldId xmlns:r="http://schemas.openxmlformats.org/officeDocument/2006/relationships" id="265" r:id="Rc05ce5cbbd25496c"/>
    <p:sldId xmlns:r="http://schemas.openxmlformats.org/officeDocument/2006/relationships" id="266" r:id="Rd7b360aab8054570"/>
    <p:sldId xmlns:r="http://schemas.openxmlformats.org/officeDocument/2006/relationships" id="267" r:id="R1831d8e82284439b"/>
    <p:sldId xmlns:r="http://schemas.openxmlformats.org/officeDocument/2006/relationships" id="268" r:id="Rea1cd39f799d4eeb"/>
    <p:sldId xmlns:r="http://schemas.openxmlformats.org/officeDocument/2006/relationships" id="269" r:id="R8866fb51c79d47be"/>
    <p:sldId xmlns:r="http://schemas.openxmlformats.org/officeDocument/2006/relationships" id="270" r:id="R2d54c51165534d77"/>
    <p:sldId xmlns:r="http://schemas.openxmlformats.org/officeDocument/2006/relationships" id="271" r:id="R22725fbaa66e4362"/>
    <p:sldId xmlns:r="http://schemas.openxmlformats.org/officeDocument/2006/relationships" id="272" r:id="Re4c24515fe2d4013"/>
    <p:sldId xmlns:r="http://schemas.openxmlformats.org/officeDocument/2006/relationships" id="273" r:id="R6bd76ae33d6742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97c7e9b724d05" /><Relationship Type="http://schemas.openxmlformats.org/officeDocument/2006/relationships/slideMaster" Target="/ppt/slideMasters/slideMaster1.xml" Id="R3225807cf1c04762" /><Relationship Type="http://schemas.openxmlformats.org/officeDocument/2006/relationships/notesMaster" Target="/ppt/notesMasters/notesMaster1.xml" Id="R818a4783e03b4386" /><Relationship Type="http://schemas.openxmlformats.org/officeDocument/2006/relationships/presProps" Target="/ppt/presProps.xml" Id="R72d2565210f64875" /><Relationship Type="http://schemas.openxmlformats.org/officeDocument/2006/relationships/tableStyles" Target="/ppt/tableStyles.xml" Id="R0ad97225d47848bb" /><Relationship Type="http://schemas.openxmlformats.org/officeDocument/2006/relationships/slide" Target="/ppt/slides/slide1.xml" Id="Rb4777a091d164a84" /><Relationship Type="http://schemas.openxmlformats.org/officeDocument/2006/relationships/slide" Target="/ppt/slides/slide2.xml" Id="R78408869b7c2441b" /><Relationship Type="http://schemas.openxmlformats.org/officeDocument/2006/relationships/slide" Target="/ppt/slides/slide3.xml" Id="R4d2557232b904b43" /><Relationship Type="http://schemas.openxmlformats.org/officeDocument/2006/relationships/slide" Target="/ppt/slides/slide4.xml" Id="Rcc11863f75014802" /><Relationship Type="http://schemas.openxmlformats.org/officeDocument/2006/relationships/slide" Target="/ppt/slides/slide5.xml" Id="Rb4103d0d70b14d91" /><Relationship Type="http://schemas.openxmlformats.org/officeDocument/2006/relationships/slide" Target="/ppt/slides/slide6.xml" Id="R1e2284512c474f11" /><Relationship Type="http://schemas.openxmlformats.org/officeDocument/2006/relationships/slide" Target="/ppt/slides/slide7.xml" Id="R238a3c56672c418b" /><Relationship Type="http://schemas.openxmlformats.org/officeDocument/2006/relationships/slide" Target="/ppt/slides/slide8.xml" Id="R8e092c721b1a436a" /><Relationship Type="http://schemas.openxmlformats.org/officeDocument/2006/relationships/slide" Target="/ppt/slides/slide9.xml" Id="R0aabf2b665894fa2" /><Relationship Type="http://schemas.openxmlformats.org/officeDocument/2006/relationships/slide" Target="/ppt/slides/slide10.xml" Id="Rc05ce5cbbd25496c" /><Relationship Type="http://schemas.openxmlformats.org/officeDocument/2006/relationships/slide" Target="/ppt/slides/slide11.xml" Id="Rd7b360aab8054570" /><Relationship Type="http://schemas.openxmlformats.org/officeDocument/2006/relationships/slide" Target="/ppt/slides/slide12.xml" Id="R1831d8e82284439b" /><Relationship Type="http://schemas.openxmlformats.org/officeDocument/2006/relationships/slide" Target="/ppt/slides/slide13.xml" Id="Rea1cd39f799d4eeb" /><Relationship Type="http://schemas.openxmlformats.org/officeDocument/2006/relationships/slide" Target="/ppt/slides/slide14.xml" Id="R8866fb51c79d47be" /><Relationship Type="http://schemas.openxmlformats.org/officeDocument/2006/relationships/slide" Target="/ppt/slides/slide15.xml" Id="R2d54c51165534d77" /><Relationship Type="http://schemas.openxmlformats.org/officeDocument/2006/relationships/slide" Target="/ppt/slides/slide16.xml" Id="R22725fbaa66e4362" /><Relationship Type="http://schemas.openxmlformats.org/officeDocument/2006/relationships/slide" Target="/ppt/slides/slide17.xml" Id="Re4c24515fe2d4013" /><Relationship Type="http://schemas.openxmlformats.org/officeDocument/2006/relationships/slide" Target="/ppt/slides/slide18.xml" Id="R6bd76ae33d67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06fae2a9c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c70e478a77480a" /><Relationship Type="http://schemas.openxmlformats.org/officeDocument/2006/relationships/notesMaster" Target="/ppt/notesMasters/notesMaster1.xml" Id="R1577a6bfbecc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48228129a44f06" /><Relationship Type="http://schemas.openxmlformats.org/officeDocument/2006/relationships/notesMaster" Target="/ppt/notesMasters/notesMaster1.xml" Id="Rf7917fb3ebfa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b79517c4294201" /><Relationship Type="http://schemas.openxmlformats.org/officeDocument/2006/relationships/notesMaster" Target="/ppt/notesMasters/notesMaster1.xml" Id="R64b4db978ac141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3d23fdb55401b" /><Relationship Type="http://schemas.openxmlformats.org/officeDocument/2006/relationships/notesMaster" Target="/ppt/notesMasters/notesMaster1.xml" Id="R861371304916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2d6cb2c1ed4e21" /><Relationship Type="http://schemas.openxmlformats.org/officeDocument/2006/relationships/notesMaster" Target="/ppt/notesMasters/notesMaster1.xml" Id="Ra9568e7ff92c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5ddc7e70e40ba" /><Relationship Type="http://schemas.openxmlformats.org/officeDocument/2006/relationships/notesMaster" Target="/ppt/notesMasters/notesMaster1.xml" Id="Raa1d8e783358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d876faa6d2447e" /><Relationship Type="http://schemas.openxmlformats.org/officeDocument/2006/relationships/notesMaster" Target="/ppt/notesMasters/notesMaster1.xml" Id="Rbffe913d8b8d42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dbd44ad1b44847" /><Relationship Type="http://schemas.openxmlformats.org/officeDocument/2006/relationships/notesMaster" Target="/ppt/notesMasters/notesMaster1.xml" Id="R8782f48d71a04c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6c2fb9644e494c" /><Relationship Type="http://schemas.openxmlformats.org/officeDocument/2006/relationships/notesMaster" Target="/ppt/notesMasters/notesMaster1.xml" Id="Rd2e35f30e69f4c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9274a503ba4865" /><Relationship Type="http://schemas.openxmlformats.org/officeDocument/2006/relationships/notesMaster" Target="/ppt/notesMasters/notesMaster1.xml" Id="Racf1c022ac97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df9b0272e4606" /><Relationship Type="http://schemas.openxmlformats.org/officeDocument/2006/relationships/notesMaster" Target="/ppt/notesMasters/notesMaster1.xml" Id="R54107754f50546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c8bea033764296" /><Relationship Type="http://schemas.openxmlformats.org/officeDocument/2006/relationships/notesMaster" Target="/ppt/notesMasters/notesMaster1.xml" Id="R3e9913f6322a49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1d0648980c4fba" /><Relationship Type="http://schemas.openxmlformats.org/officeDocument/2006/relationships/notesMaster" Target="/ppt/notesMasters/notesMaster1.xml" Id="Rec563c9431a3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477bfd5f3a4049" /><Relationship Type="http://schemas.openxmlformats.org/officeDocument/2006/relationships/notesMaster" Target="/ppt/notesMasters/notesMaster1.xml" Id="R5d7b046da3374c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9239ef439e42c9" /><Relationship Type="http://schemas.openxmlformats.org/officeDocument/2006/relationships/notesMaster" Target="/ppt/notesMasters/notesMaster1.xml" Id="R3530d509e4a443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dc1fb582ce45bd" /><Relationship Type="http://schemas.openxmlformats.org/officeDocument/2006/relationships/notesMaster" Target="/ppt/notesMasters/notesMaster1.xml" Id="R473244b4408046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a3ab3a269341df" /><Relationship Type="http://schemas.openxmlformats.org/officeDocument/2006/relationships/notesMaster" Target="/ppt/notesMasters/notesMaster1.xml" Id="R370e8782fbc94c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780a75e82344cc" /><Relationship Type="http://schemas.openxmlformats.org/officeDocument/2006/relationships/notesMaster" Target="/ppt/notesMasters/notesMaster1.xml" Id="R32ed4d0e8e0445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3feef5d514537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e78a91aab41cc" /><Relationship Type="http://schemas.openxmlformats.org/officeDocument/2006/relationships/slideLayout" Target="/ppt/slideLayouts/slideLayout1.xml" Id="R4be56c58aa9347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56c58aa9347f7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c61c2fae14709" /><Relationship Type="http://schemas.openxmlformats.org/officeDocument/2006/relationships/image" Target="/ppt/media/image.png" Id="Rd0b6741de89a413e" /><Relationship Type="http://schemas.openxmlformats.org/officeDocument/2006/relationships/notesSlide" Target="/ppt/notesSlides/notesSlide1.xml" Id="R1e16e897ae0d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24521e4ac4519" /><Relationship Type="http://schemas.openxmlformats.org/officeDocument/2006/relationships/notesSlide" Target="/ppt/notesSlides/notesSlide2.xml" Id="R417c49b9432a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77eef5c447a4" /><Relationship Type="http://schemas.openxmlformats.org/officeDocument/2006/relationships/notesSlide" Target="/ppt/notesSlides/notesSlide3.xml" Id="R0e83a3975ae1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83deb4a124f15" /><Relationship Type="http://schemas.openxmlformats.org/officeDocument/2006/relationships/notesSlide" Target="/ppt/notesSlides/notesSlide4.xml" Id="R8aa34dff246d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b9ba65c9477b" /><Relationship Type="http://schemas.openxmlformats.org/officeDocument/2006/relationships/notesSlide" Target="/ppt/notesSlides/notesSlide5.xml" Id="R719d177ee125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9b33168ab4d14" /><Relationship Type="http://schemas.openxmlformats.org/officeDocument/2006/relationships/image" Target="/ppt/media/image2.png" Id="Rd964d85e8cf74a7b" /><Relationship Type="http://schemas.openxmlformats.org/officeDocument/2006/relationships/image" Target="/ppt/media/image3.png" Id="Re88b9727907b4aec" /><Relationship Type="http://schemas.openxmlformats.org/officeDocument/2006/relationships/image" Target="/ppt/media/image4.png" Id="R4eb00dffde184cb3" /><Relationship Type="http://schemas.openxmlformats.org/officeDocument/2006/relationships/image" Target="/ppt/media/image5.png" Id="R528329bc9bbe4aba" /><Relationship Type="http://schemas.openxmlformats.org/officeDocument/2006/relationships/notesSlide" Target="/ppt/notesSlides/notesSlide6.xml" Id="R2c247b91b8c449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d75c5191547ca" /><Relationship Type="http://schemas.openxmlformats.org/officeDocument/2006/relationships/notesSlide" Target="/ppt/notesSlides/notesSlide7.xml" Id="Re15ec23b09fe4a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625e911794427" /><Relationship Type="http://schemas.openxmlformats.org/officeDocument/2006/relationships/notesSlide" Target="/ppt/notesSlides/notesSlide8.xml" Id="R351b064b572141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e0e5f00f24450" /><Relationship Type="http://schemas.openxmlformats.org/officeDocument/2006/relationships/image" Target="/ppt/media/image.png" Id="R2b0c998f997b4930" /><Relationship Type="http://schemas.openxmlformats.org/officeDocument/2006/relationships/notesSlide" Target="/ppt/notesSlides/notesSlide9.xml" Id="R31c5823eb6da44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299434c5c4798" /><Relationship Type="http://schemas.openxmlformats.org/officeDocument/2006/relationships/notesSlide" Target="/ppt/notesSlides/notesSlide10.xml" Id="R3cfa08234ffa4e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66417dcf44277" /><Relationship Type="http://schemas.openxmlformats.org/officeDocument/2006/relationships/image" Target="/ppt/media/image2.png" Id="R2de9ee1089ca4dff" /><Relationship Type="http://schemas.openxmlformats.org/officeDocument/2006/relationships/image" Target="/ppt/media/image.png" Id="Rbaa8870dc0f64a99" /><Relationship Type="http://schemas.openxmlformats.org/officeDocument/2006/relationships/notesSlide" Target="/ppt/notesSlides/notesSlide11.xml" Id="Re00cf5f55c6049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d5f8862014995" /><Relationship Type="http://schemas.openxmlformats.org/officeDocument/2006/relationships/image" Target="/ppt/media/image.png" Id="Rb0bf45037aed4df1" /><Relationship Type="http://schemas.openxmlformats.org/officeDocument/2006/relationships/notesSlide" Target="/ppt/notesSlides/notesSlide12.xml" Id="R91ac35619a4b4e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9c2905cf49aa" /><Relationship Type="http://schemas.openxmlformats.org/officeDocument/2006/relationships/notesSlide" Target="/ppt/notesSlides/notesSlide13.xml" Id="Ra2a4502c42f845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b269e5d3148d6" /><Relationship Type="http://schemas.openxmlformats.org/officeDocument/2006/relationships/notesSlide" Target="/ppt/notesSlides/notesSlide14.xml" Id="R120356fdfff043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13d4f942b46d5" /><Relationship Type="http://schemas.openxmlformats.org/officeDocument/2006/relationships/notesSlide" Target="/ppt/notesSlides/notesSlide15.xml" Id="R04f5e315793c4f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b6254f6524879" /><Relationship Type="http://schemas.openxmlformats.org/officeDocument/2006/relationships/image" Target="/ppt/media/image6.png" Id="R7cc5deabfd934597" /><Relationship Type="http://schemas.openxmlformats.org/officeDocument/2006/relationships/image" Target="/ppt/media/image5.png" Id="R0f9d79cb1dc345da" /><Relationship Type="http://schemas.openxmlformats.org/officeDocument/2006/relationships/image" Target="/ppt/media/image7.png" Id="R62433373606a49f2" /><Relationship Type="http://schemas.openxmlformats.org/officeDocument/2006/relationships/image" Target="/ppt/media/image8.png" Id="R4e581315982042f5" /><Relationship Type="http://schemas.openxmlformats.org/officeDocument/2006/relationships/image" Target="/ppt/media/image9.png" Id="Rbe1999f535484e42" /><Relationship Type="http://schemas.openxmlformats.org/officeDocument/2006/relationships/image" Target="/ppt/media/image10.png" Id="R08b6d22219b34edb" /><Relationship Type="http://schemas.openxmlformats.org/officeDocument/2006/relationships/image" Target="/ppt/media/image11.png" Id="Rb356011c5fc04cc5" /><Relationship Type="http://schemas.openxmlformats.org/officeDocument/2006/relationships/image" Target="/ppt/media/image12.png" Id="Rcf25c48bb5024103" /><Relationship Type="http://schemas.openxmlformats.org/officeDocument/2006/relationships/notesSlide" Target="/ppt/notesSlides/notesSlide16.xml" Id="R475023b882af46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0962879b948c1" /><Relationship Type="http://schemas.openxmlformats.org/officeDocument/2006/relationships/notesSlide" Target="/ppt/notesSlides/notesSlide17.xml" Id="R606a6de73d2d48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fedf9ee554c93" /><Relationship Type="http://schemas.openxmlformats.org/officeDocument/2006/relationships/image" Target="/ppt/media/image.png" Id="R519fd7eb90f04af4" /><Relationship Type="http://schemas.openxmlformats.org/officeDocument/2006/relationships/image" Target="/ppt/media/image13.png" Id="Rc7dd403c206049c0" /><Relationship Type="http://schemas.openxmlformats.org/officeDocument/2006/relationships/notesSlide" Target="/ppt/notesSlides/notesSlide18.xml" Id="R320890c6799e46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741de89a413e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(720×480)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벌목 한 번이 거대한 영구 트리로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자동화·특수 재료·포션이 시너지를 만든다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노드 네트워크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자동화 → 클릭 발동 보조 파쇄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 기준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총·미사일·레이저와 가공·보상을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중앙에서 여러 방향으로 퍼지는 대형 스킬 트리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중앙 루트 → 다중 분기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무기·함선 강화 · 끝 노드 보상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페이지·스토어 미디어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750">
                <a:solidFill>
                  <a:srgbClr val="4E6578"/>
                </a:solidFill>
              </a:defRPr>
            </a:pPr>
            <a:r>
              <a:rPr sz="750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ICEBREAKER 적용: 재질 해금 공통 진행 × 직접·보조·연쇄 3빌드 × 조건부 보조 공격 × 끝 노드 키스톤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4d85e8cf74a7b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b9727907b4aec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00dffde184cb3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329bc9bbe4aba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c998f997b4930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도식이 아니라, 직접 탐색하는 게임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9ee1089ca4dff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8870dc0f64a99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UPGRADE TERMINAL     GOLD 12.4K  ·  MATERIAL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가공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DMG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SPD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OVER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RUN 04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GOLD   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MAT  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BUILD    03 / 09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21431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스킬 트리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CHG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DUAL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D36A"/>
                </a:solidFill>
              </a:defRPr>
            </a:pPr>
            <a:r>
              <a:rPr sz="600" b="1">
                <a:solidFill>
                  <a:srgbClr val="FFD36A"/>
                </a:solidFill>
              </a:rPr>
              <a:t>DRILL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DRAG 이동 · WHEEL 확대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 초기화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유물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SPLIT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ICE+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AOE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공통  GOLD→T2→T3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빌드  직접·보조·연쇄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GOLD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26194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T2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1938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E09"/>
          </a:solidFill>
          <a:ln xmlns:a="http://schemas.openxmlformats.org/drawingml/2006/main" w="28575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T3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과잉 파쇄  LV.1 / 3        COST 180G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피해의 45%가 주변 얼음으로 전이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675">
                <a:solidFill>
                  <a:srgbClr val="4E6578"/>
                </a:solidFill>
              </a:defRPr>
            </a:pPr>
            <a:r>
              <a:rPr sz="675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재질 해금(GOLD→T2→T3)은 공통 진행 · 선택 빌드는 직접 파쇄/보조 파쇄/연쇄 파괴 · 판 사이 구매 · 60초 불변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f45037aed4df1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f45037aed4df1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f45037aed4df1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5deabfd934597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d79cb1dc345da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33373606a49f2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81315982042f5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999f535484e42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6d22219b34edb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6011c5fc04cc5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5c48bb5024103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720×480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fd7eb90f04af4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d403c206049c0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2026-07-17T18:50:58.6200000Z</dcterms:created>
  <dcterms:modified xsi:type="dcterms:W3CDTF">2026-07-17T18:50:58.6200000Z</dcterms:modified>
</coreProperties>
</file>